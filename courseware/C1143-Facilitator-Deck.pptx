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59015a55894d44" /><Relationship Type="http://schemas.openxmlformats.org/officeDocument/2006/relationships/extended-properties" Target="/docProps/app.xml" Id="Re9f82d29a60348c3" /><Relationship Type="http://schemas.openxmlformats.org/officeDocument/2006/relationships/officeDocument" Target="/ppt/presentation.xml" Id="R0463f5bd1a9440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9883fafa114aad"/>
  </p:sldMasterIdLst>
  <p:notesMasterIdLst>
    <p:notesMasterId xmlns:r="http://schemas.openxmlformats.org/officeDocument/2006/relationships" r:id="Rb88f0f7e4e564928"/>
  </p:notesMasterIdLst>
  <p:sldIdLst>
    <p:sldId xmlns:r="http://schemas.openxmlformats.org/officeDocument/2006/relationships" id="256" r:id="R336ffa4975b3496f"/>
    <p:sldId xmlns:r="http://schemas.openxmlformats.org/officeDocument/2006/relationships" id="257" r:id="R5763a81e0059405e"/>
    <p:sldId xmlns:r="http://schemas.openxmlformats.org/officeDocument/2006/relationships" id="258" r:id="R2048f91594af4a4a"/>
    <p:sldId xmlns:r="http://schemas.openxmlformats.org/officeDocument/2006/relationships" id="259" r:id="R5a6d01225a0e4fde"/>
    <p:sldId xmlns:r="http://schemas.openxmlformats.org/officeDocument/2006/relationships" id="260" r:id="R28972767cd7c4404"/>
    <p:sldId xmlns:r="http://schemas.openxmlformats.org/officeDocument/2006/relationships" id="261" r:id="R6fa3249c9e304090"/>
    <p:sldId xmlns:r="http://schemas.openxmlformats.org/officeDocument/2006/relationships" id="262" r:id="R1e6b28f403a8407c"/>
    <p:sldId xmlns:r="http://schemas.openxmlformats.org/officeDocument/2006/relationships" id="263" r:id="R93f57d25c88a4437"/>
    <p:sldId xmlns:r="http://schemas.openxmlformats.org/officeDocument/2006/relationships" id="264" r:id="R244f1e4c78f540d8"/>
    <p:sldId xmlns:r="http://schemas.openxmlformats.org/officeDocument/2006/relationships" id="265" r:id="R9022997336c244c7"/>
    <p:sldId xmlns:r="http://schemas.openxmlformats.org/officeDocument/2006/relationships" id="266" r:id="R6ee70e30194c4e51"/>
    <p:sldId xmlns:r="http://schemas.openxmlformats.org/officeDocument/2006/relationships" id="267" r:id="Rc5a697de264c44f6"/>
    <p:sldId xmlns:r="http://schemas.openxmlformats.org/officeDocument/2006/relationships" id="268" r:id="Rf5e42cccaec74df6"/>
    <p:sldId xmlns:r="http://schemas.openxmlformats.org/officeDocument/2006/relationships" id="269" r:id="Rb58a25fa91fc4894"/>
    <p:sldId xmlns:r="http://schemas.openxmlformats.org/officeDocument/2006/relationships" id="270" r:id="R54f072e569a14ec5"/>
    <p:sldId xmlns:r="http://schemas.openxmlformats.org/officeDocument/2006/relationships" id="271" r:id="R56b0505060db4a99"/>
    <p:sldId xmlns:r="http://schemas.openxmlformats.org/officeDocument/2006/relationships" id="272" r:id="R378483aa87fe4088"/>
    <p:sldId xmlns:r="http://schemas.openxmlformats.org/officeDocument/2006/relationships" id="273" r:id="R18540006d5ba492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8abb86c6314908" /><Relationship Type="http://schemas.openxmlformats.org/officeDocument/2006/relationships/slideMaster" Target="/ppt/slideMasters/slideMaster1.xml" Id="R0f9883fafa114aad" /><Relationship Type="http://schemas.openxmlformats.org/officeDocument/2006/relationships/notesMaster" Target="/ppt/notesMasters/notesMaster1.xml" Id="Rb88f0f7e4e564928" /><Relationship Type="http://schemas.openxmlformats.org/officeDocument/2006/relationships/presProps" Target="/ppt/presProps.xml" Id="Rae65460d5e3d4394" /><Relationship Type="http://schemas.openxmlformats.org/officeDocument/2006/relationships/tableStyles" Target="/ppt/tableStyles.xml" Id="R27490838a8f94ee9" /><Relationship Type="http://schemas.openxmlformats.org/officeDocument/2006/relationships/slide" Target="/ppt/slides/slide1.xml" Id="R336ffa4975b3496f" /><Relationship Type="http://schemas.openxmlformats.org/officeDocument/2006/relationships/slide" Target="/ppt/slides/slide2.xml" Id="R5763a81e0059405e" /><Relationship Type="http://schemas.openxmlformats.org/officeDocument/2006/relationships/slide" Target="/ppt/slides/slide3.xml" Id="R2048f91594af4a4a" /><Relationship Type="http://schemas.openxmlformats.org/officeDocument/2006/relationships/slide" Target="/ppt/slides/slide4.xml" Id="R5a6d01225a0e4fde" /><Relationship Type="http://schemas.openxmlformats.org/officeDocument/2006/relationships/slide" Target="/ppt/slides/slide5.xml" Id="R28972767cd7c4404" /><Relationship Type="http://schemas.openxmlformats.org/officeDocument/2006/relationships/slide" Target="/ppt/slides/slide6.xml" Id="R6fa3249c9e304090" /><Relationship Type="http://schemas.openxmlformats.org/officeDocument/2006/relationships/slide" Target="/ppt/slides/slide7.xml" Id="R1e6b28f403a8407c" /><Relationship Type="http://schemas.openxmlformats.org/officeDocument/2006/relationships/slide" Target="/ppt/slides/slide8.xml" Id="R93f57d25c88a4437" /><Relationship Type="http://schemas.openxmlformats.org/officeDocument/2006/relationships/slide" Target="/ppt/slides/slide9.xml" Id="R244f1e4c78f540d8" /><Relationship Type="http://schemas.openxmlformats.org/officeDocument/2006/relationships/slide" Target="/ppt/slides/slide10.xml" Id="R9022997336c244c7" /><Relationship Type="http://schemas.openxmlformats.org/officeDocument/2006/relationships/slide" Target="/ppt/slides/slide11.xml" Id="R6ee70e30194c4e51" /><Relationship Type="http://schemas.openxmlformats.org/officeDocument/2006/relationships/slide" Target="/ppt/slides/slide12.xml" Id="Rc5a697de264c44f6" /><Relationship Type="http://schemas.openxmlformats.org/officeDocument/2006/relationships/slide" Target="/ppt/slides/slide13.xml" Id="Rf5e42cccaec74df6" /><Relationship Type="http://schemas.openxmlformats.org/officeDocument/2006/relationships/slide" Target="/ppt/slides/slide14.xml" Id="Rb58a25fa91fc4894" /><Relationship Type="http://schemas.openxmlformats.org/officeDocument/2006/relationships/slide" Target="/ppt/slides/slide15.xml" Id="R54f072e569a14ec5" /><Relationship Type="http://schemas.openxmlformats.org/officeDocument/2006/relationships/slide" Target="/ppt/slides/slide16.xml" Id="R56b0505060db4a99" /><Relationship Type="http://schemas.openxmlformats.org/officeDocument/2006/relationships/slide" Target="/ppt/slides/slide17.xml" Id="R378483aa87fe4088" /><Relationship Type="http://schemas.openxmlformats.org/officeDocument/2006/relationships/slide" Target="/ppt/slides/slide18.xml" Id="R18540006d5ba49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f8b60916324c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0a772c2c3e4222" /><Relationship Type="http://schemas.openxmlformats.org/officeDocument/2006/relationships/notesMaster" Target="/ppt/notesMasters/notesMaster1.xml" Id="Rb678761a3af148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6ada59de35446d" /><Relationship Type="http://schemas.openxmlformats.org/officeDocument/2006/relationships/notesMaster" Target="/ppt/notesMasters/notesMaster1.xml" Id="R00acba5f0d064c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b166c7010442e9" /><Relationship Type="http://schemas.openxmlformats.org/officeDocument/2006/relationships/notesMaster" Target="/ppt/notesMasters/notesMaster1.xml" Id="Re5b40f01828146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765b82c5d64631" /><Relationship Type="http://schemas.openxmlformats.org/officeDocument/2006/relationships/notesMaster" Target="/ppt/notesMasters/notesMaster1.xml" Id="R9d292aa8f7d34f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3dfd3d28b24b98" /><Relationship Type="http://schemas.openxmlformats.org/officeDocument/2006/relationships/notesMaster" Target="/ppt/notesMasters/notesMaster1.xml" Id="Re2724e0b58c24a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2a89a8029942be" /><Relationship Type="http://schemas.openxmlformats.org/officeDocument/2006/relationships/notesMaster" Target="/ppt/notesMasters/notesMaster1.xml" Id="R4fd489262d934d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0a3838c6074af9" /><Relationship Type="http://schemas.openxmlformats.org/officeDocument/2006/relationships/notesMaster" Target="/ppt/notesMasters/notesMaster1.xml" Id="R6d342dc3149c44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ee5038c8aa412d" /><Relationship Type="http://schemas.openxmlformats.org/officeDocument/2006/relationships/notesMaster" Target="/ppt/notesMasters/notesMaster1.xml" Id="R365af26bff0745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6d41077eb6b49ad" /><Relationship Type="http://schemas.openxmlformats.org/officeDocument/2006/relationships/notesMaster" Target="/ppt/notesMasters/notesMaster1.xml" Id="Rd23a2dd52c1541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ab4230789f04bc4" /><Relationship Type="http://schemas.openxmlformats.org/officeDocument/2006/relationships/notesMaster" Target="/ppt/notesMasters/notesMaster1.xml" Id="R0bee5dee52ca4d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c2da55680544286" /><Relationship Type="http://schemas.openxmlformats.org/officeDocument/2006/relationships/notesMaster" Target="/ppt/notesMasters/notesMaster1.xml" Id="R8830e5390349441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14e449e608b4e42" /><Relationship Type="http://schemas.openxmlformats.org/officeDocument/2006/relationships/notesMaster" Target="/ppt/notesMasters/notesMaster1.xml" Id="Rcda53f3e064f40d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356908a2834c8d" /><Relationship Type="http://schemas.openxmlformats.org/officeDocument/2006/relationships/notesMaster" Target="/ppt/notesMasters/notesMaster1.xml" Id="R40759c7f0cb449d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a2fe3aa7964434e" /><Relationship Type="http://schemas.openxmlformats.org/officeDocument/2006/relationships/notesMaster" Target="/ppt/notesMasters/notesMaster1.xml" Id="Racd305c0a2d74ce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bde4e6b62a944bb" /><Relationship Type="http://schemas.openxmlformats.org/officeDocument/2006/relationships/notesMaster" Target="/ppt/notesMasters/notesMaster1.xml" Id="R170c4973ef59471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21b2e91a57a4bbf" /><Relationship Type="http://schemas.openxmlformats.org/officeDocument/2006/relationships/notesMaster" Target="/ppt/notesMasters/notesMaster1.xml" Id="Rfd7dc424acb4474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7075b9a8f3e4f65" /><Relationship Type="http://schemas.openxmlformats.org/officeDocument/2006/relationships/notesMaster" Target="/ppt/notesMasters/notesMaster1.xml" Id="R5b2e5e54525f448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5763c66b70e4d41" /><Relationship Type="http://schemas.openxmlformats.org/officeDocument/2006/relationships/notesMaster" Target="/ppt/notesMasters/notesMaster1.xml" Id="R0f5d43035dad4b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d4e8516129416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5f2f7e6cca407f" /><Relationship Type="http://schemas.openxmlformats.org/officeDocument/2006/relationships/slideLayout" Target="/ppt/slideLayouts/slideLayout1.xml" Id="Rc8ffed3401ff40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ffed3401ff40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fc9e38f484f93" /><Relationship Type="http://schemas.openxmlformats.org/officeDocument/2006/relationships/notesSlide" Target="/ppt/notesSlides/notesSlide1.xml" Id="R1f19c36ead5e46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ab72b171514188" /><Relationship Type="http://schemas.openxmlformats.org/officeDocument/2006/relationships/notesSlide" Target="/ppt/notesSlides/notesSlide2.xml" Id="R9af157c5f97440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f4a6caec6745bf" /><Relationship Type="http://schemas.openxmlformats.org/officeDocument/2006/relationships/notesSlide" Target="/ppt/notesSlides/notesSlide3.xml" Id="R6c823efc220f478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c9f82f0cc43dd" /><Relationship Type="http://schemas.openxmlformats.org/officeDocument/2006/relationships/notesSlide" Target="/ppt/notesSlides/notesSlide4.xml" Id="R3e18ef702f6c45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a254ae7644b5c" /><Relationship Type="http://schemas.openxmlformats.org/officeDocument/2006/relationships/notesSlide" Target="/ppt/notesSlides/notesSlide5.xml" Id="Rdd018b51abaa4b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047e8f9314a4e" /><Relationship Type="http://schemas.openxmlformats.org/officeDocument/2006/relationships/notesSlide" Target="/ppt/notesSlides/notesSlide6.xml" Id="Rd30355748e9741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512487d544824" /><Relationship Type="http://schemas.openxmlformats.org/officeDocument/2006/relationships/notesSlide" Target="/ppt/notesSlides/notesSlide7.xml" Id="R88e0137903dc43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3d956de884ec3" /><Relationship Type="http://schemas.openxmlformats.org/officeDocument/2006/relationships/notesSlide" Target="/ppt/notesSlides/notesSlide8.xml" Id="Raa2511596d2e474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8dd54cba1543ca" /><Relationship Type="http://schemas.openxmlformats.org/officeDocument/2006/relationships/notesSlide" Target="/ppt/notesSlides/notesSlide9.xml" Id="R1531565aa1014a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fd9653a7fa4878" /><Relationship Type="http://schemas.openxmlformats.org/officeDocument/2006/relationships/notesSlide" Target="/ppt/notesSlides/notesSlide10.xml" Id="R43ce967bed34494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013f9c5da420b" /><Relationship Type="http://schemas.openxmlformats.org/officeDocument/2006/relationships/notesSlide" Target="/ppt/notesSlides/notesSlide11.xml" Id="R50e86e43bf2d4a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bd367e083443e" /><Relationship Type="http://schemas.openxmlformats.org/officeDocument/2006/relationships/notesSlide" Target="/ppt/notesSlides/notesSlide12.xml" Id="R32e080d193d2488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7bb7278bf4635" /><Relationship Type="http://schemas.openxmlformats.org/officeDocument/2006/relationships/notesSlide" Target="/ppt/notesSlides/notesSlide13.xml" Id="Re61ed0031a1d414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53e9b0ee246f1" /><Relationship Type="http://schemas.openxmlformats.org/officeDocument/2006/relationships/notesSlide" Target="/ppt/notesSlides/notesSlide14.xml" Id="R057ebd00ca62410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e4adefe3cf4b15" /><Relationship Type="http://schemas.openxmlformats.org/officeDocument/2006/relationships/notesSlide" Target="/ppt/notesSlides/notesSlide15.xml" Id="R8200feccc8a4450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16834b5804d19" /><Relationship Type="http://schemas.openxmlformats.org/officeDocument/2006/relationships/notesSlide" Target="/ppt/notesSlides/notesSlide16.xml" Id="R0c86030a06af456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429403de244c8" /><Relationship Type="http://schemas.openxmlformats.org/officeDocument/2006/relationships/notesSlide" Target="/ppt/notesSlides/notesSlide17.xml" Id="R32279e418dae460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5a4ea6c3d480f" /><Relationship Type="http://schemas.openxmlformats.org/officeDocument/2006/relationships/notesSlide" Target="/ppt/notesSlides/notesSlide18.xml" Id="R0536a7e0159442c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44143-B526-4B4C-A2CE-B0194010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CBA726-8683-461F-92AD-E27B6F92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72854A-49A2-4A63-A3BA-9E3CFF7D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6E99"/>
                </a:solidFill>
              </a:defRPr>
            </a:pPr>
            <a:r>
              <a:rPr sz="1200" b="1">
                <a:solidFill>
                  <a:srgbClr val="0B6E99"/>
                </a:solidFill>
              </a:rPr>
              <a:t>TERTIARY INFOTECH ACADEMY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9BA6DD-05D8-4A45-8F98-6593150C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9715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7365D"/>
                </a:solidFill>
              </a:defRPr>
            </a:pPr>
            <a:r>
              <a:rPr sz="3900" b="1">
                <a:solidFill>
                  <a:srgbClr val="17365D"/>
                </a:solidFill>
              </a:rPr>
              <a:t>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1DA33E-A0C9-4AEB-8820-B064502B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81375"/>
            <a:ext cx="809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A6872"/>
                </a:solidFill>
              </a:defRPr>
            </a:pPr>
            <a:r>
              <a:rPr sz="1800" b="0">
                <a:solidFill>
                  <a:srgbClr val="5A6872"/>
                </a:solidFill>
              </a:rPr>
              <a:t>Build and deploy a modern React app through reviewed plans, controlled diffs, focused tests and verified code.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E8478C-E7AE-40ED-B54D-915AB18A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953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12157-C433-4A49-BA5D-23B752CF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1012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6E99"/>
                </a:solidFill>
              </a:defRPr>
            </a:pPr>
            <a:r>
              <a:rPr sz="1500" b="1">
                <a:solidFill>
                  <a:srgbClr val="0B6E99"/>
                </a:solidFill>
              </a:rPr>
              <a:t>Two days  •  15 hours  •  Intermediate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AE046B-F7EA-46ED-B173-C57E8837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A6872"/>
                </a:solidFill>
              </a:defRPr>
            </a:pPr>
            <a:r>
              <a:rPr sz="1125" b="1">
                <a:solidFill>
                  <a:srgbClr val="5A6872"/>
                </a:solidFill>
              </a:rPr>
              <a:t>Course Code C1143</a:t>
            </a:r>
          </a:p>
        </p:txBody>
      </p:sp>
    </p:spTree>
    <p:extLst>
      <p:ext uri="{BB962C8B-B14F-4D97-AF65-F5344CB8AC3E}">
        <p14:creationId xmlns:p14="http://schemas.microsoft.com/office/powerpoint/2010/main" val="9143522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541F0D-1606-4AB3-9A97-6F5869D3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93B940-7445-4A79-8232-3F00F4CE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E94315-DDBD-4297-9338-AFF370B4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START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85615-548B-41F4-8C39-50E32DF1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45E761-43B2-423F-B5DE-E7959B10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F1953D-4864-4B5F-B292-7941099F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Two days, one app, four deliberate increments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92441-33D1-4C46-A6EB-C99C608A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9540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A6872"/>
                </a:solidFill>
              </a:defRPr>
            </a:pPr>
            <a:r>
              <a:rPr sz="1350" b="0">
                <a:solidFill>
                  <a:srgbClr val="5A6872"/>
                </a:solidFill>
              </a:rPr>
              <a:t>SprintBoard is the thread that connects every published topic.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746166-DE00-44B1-A9E2-43F5128E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8B8BFE-A260-48B3-AB3C-DC728F15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E526D4-2DE6-48E5-9AD3-149F96BE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240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Scaffold a Vite React TypeScript project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28F6EF-E2DD-45FA-A3E8-F916E389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479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BBD209-F635-4EBC-B0AE-62B3A661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479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C3D104-34C1-4F37-A00A-1086CEA2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194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Compose reusable JSX, props, events and CSS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32071B-41BC-4204-BFDD-0293F180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433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0DD39B-6294-4686-8934-A67142F9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433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8CF55-AA70-45E9-AAEE-0E60CCE2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147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Add state, hooks, routing and API 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1E86BE-CF01-4FDA-84DD-44C465FE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386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F2C7D3-6B27-4E06-B275-4393C3D7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386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0E8017-2876-4696-A6E2-3EDC3D7C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101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Debug, test, optimize and deploy</a:t>
            </a:r>
          </a:p>
        </p:txBody>
      </p:sp>
    </p:spTree>
    <p:extLst>
      <p:ext uri="{BB962C8B-B14F-4D97-AF65-F5344CB8AC3E}">
        <p14:creationId xmlns:p14="http://schemas.microsoft.com/office/powerpoint/2010/main" val="2174015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B7FA81-3732-4955-85E6-12C6457B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B2C4E8-E2FA-44B9-B008-286A443E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A5E6A6-5D15-4CA4-9A25-3979880C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4A854-CBB2-42FA-BDB0-058D34CB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DFBBAF-D32F-41B4-BC78-9ABFB252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564357-EE5A-488E-A750-2E0671C8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The agent accelerates coding; you retain engineering judgment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51A76A-9648-4D91-B9C6-07259AA4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219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69A6A-613B-42CD-B205-673F9185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562100"/>
            <a:ext cx="5219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8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6D469-8FAC-4E0F-A3FA-60651AF3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6E99"/>
                </a:solidFill>
              </a:defRPr>
            </a:pPr>
            <a:r>
              <a:rPr sz="1875" b="1">
                <a:solidFill>
                  <a:srgbClr val="0B6E99"/>
                </a:solidFill>
              </a:rPr>
              <a:t>Ask the 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C7D8E1-C005-4E2A-B86E-13C277CE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65D"/>
                </a:solidFill>
              </a:defRPr>
            </a:pPr>
            <a:r>
              <a:rPr sz="1875" b="1">
                <a:solidFill>
                  <a:srgbClr val="17365D"/>
                </a:solidFill>
              </a:rPr>
              <a:t>You must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07E0A-E72C-4939-9DD8-5EF53EF5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Restate the outcome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1D18ED-32D9-4ABF-88C3-BEA025AA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Propose a small plan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A6DEB9-F84F-4291-BD98-0FF0E757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Name changed files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058C4-EDDC-48E8-A0B3-8879DAC4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Give verification commands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71941F-80CE-49F6-9323-0949C62B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Challenge scope and assumptions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8F804-B662-4D76-A75A-539CEE70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Inspect dependencies and secrets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072F0B-633B-496F-A9CC-8973418C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957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Review every diff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55BAFC-ADC5-442B-82E1-FDF2BD76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434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Test before accepting</a:t>
            </a:r>
          </a:p>
        </p:txBody>
      </p:sp>
    </p:spTree>
    <p:extLst>
      <p:ext uri="{BB962C8B-B14F-4D97-AF65-F5344CB8AC3E}">
        <p14:creationId xmlns:p14="http://schemas.microsoft.com/office/powerpoint/2010/main" val="2010019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FC0D83-FA10-44B9-8058-265725F0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2ED8E3-323F-4215-9F14-18ADA446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0B185B-6893-472E-A197-AA48F699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A6438-AE41-48CD-83CE-567666E7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0A7CF8-084F-462B-9D2B-558A155EF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8CE34-5591-4DCF-B919-11D0731E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Use the plan–diff–verify loop on every change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3723A-AADA-471A-80AB-2AEBDC71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7172A9-72D2-4919-9812-972E48F4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71B15-FC11-48F5-8478-FC52F039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38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Frame the outcome and constraints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66FF7-4D71-4F47-A335-40704773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53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D6C2F8-96E9-4DC7-94A2-C5BB05C3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53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7894EC-D001-4F5F-B5E0-7C7D9B58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368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Request a plan and exact file list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87AA8-43E7-4E06-99FB-59EB6D8A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3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B02D31-B7F9-4066-84F2-E0AE32D2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3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1886AA-CEC4-4D96-BF5A-C43A79E3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35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Approve one small increment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9C5DBC-773D-4B56-9220-C4A2FA70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623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674B45-7A8E-43E7-AFA3-0FB00699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623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879B3D-4553-4A51-B07D-F99A7B41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Inspect the diff line by 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BA915C-6019-4DB2-970B-0A1C4A81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60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EE5996-D1D4-4309-89F1-77AE9E31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60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71FDC6-048A-40F0-963C-58956270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32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Run lint, tests and production build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9C5168-136C-4F35-B601-4D12D1BD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593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60B00E-4B51-4392-9431-293642E6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593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7AF897-8C55-4FC2-9228-C5BD003C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308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Keep or revert based on evidence</a:t>
            </a:r>
          </a:p>
        </p:txBody>
      </p:sp>
    </p:spTree>
    <p:extLst>
      <p:ext uri="{BB962C8B-B14F-4D97-AF65-F5344CB8AC3E}">
        <p14:creationId xmlns:p14="http://schemas.microsoft.com/office/powerpoint/2010/main" val="11572348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DEDD7D-AE1E-476A-A840-79E06081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4DE042-C6F4-41ED-B0CD-D0B6B97A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77E833-4FE5-4229-97CE-9A291097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TOPIC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E2B92B-5855-4A00-BA6A-D5CE5134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0821DC-4246-4A43-A775-9A3929E9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AD79BC-0498-4B2C-B7D3-39D7DBE1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A good prompt creates an inspectable starting point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328913-F86D-467E-AFA1-CBBDE0BE1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2385AA-5498-4B3A-82CC-86EEDB6F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B82A7A-F5D2-4106-88BE-48AE00B0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38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Configure an approved AI coding assistant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51C733-20D1-4103-9716-BF5A5AFA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622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94AC7B-4169-4C15-9DE8-BFC6396B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622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ECE566-6F88-471F-A6D1-D61291E9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336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Scaffold Vite with React and TypeScript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42B11A-BB00-45FE-9C70-48D005D5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575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D38426-581D-4C99-B9DF-0E4974EE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575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B61985-70DD-4DC4-802A-E6C8A59A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Know the roles of main.tsx, App.tsx and package.json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90079F-D908-4AE1-B440-BF289440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529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142009-C9C2-438A-8DD9-E47E6D6A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529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BC3214-03E0-455A-99FA-92E3E2B4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243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State constraints, deliverables and verification</a:t>
            </a:r>
          </a:p>
        </p:txBody>
      </p:sp>
    </p:spTree>
    <p:extLst>
      <p:ext uri="{BB962C8B-B14F-4D97-AF65-F5344CB8AC3E}">
        <p14:creationId xmlns:p14="http://schemas.microsoft.com/office/powerpoint/2010/main" val="13502701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53F88A-F2FC-40FA-B5E3-51CE5859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4A8920-7172-4D06-B675-A8F4DF0B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F12A1-0598-4119-AD9F-50CB1EF7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LAB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291801-F2A0-48AF-A66D-B429B911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5F941-D51E-4039-87D3-CE36448B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A9818-92B3-4821-9C56-4C22D6DF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Checkpoint 1: a trusted SprintBoard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967A6-ABEE-4B91-AF83-1C36103B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9AC35B-68C9-4B62-8368-1E4EE42C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DE5717-74AA-4B36-9F25-D827C9CA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38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Write AGENTS.md with project constraints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CCEE83-23C9-44CA-A361-E945A168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758FDB-08B2-4846-8989-B83DA1F2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43870-5049-4CD8-A62C-A78A82BE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765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Ask for a three-step shell plan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88279B-0AB5-49B8-8C8F-A2FD2716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862F11-DAC5-46E9-8F78-5F2987C6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BFB1A8-2201-4F28-A6B1-CB50D872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Reject unrelated dependencies or files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6571DC-D4AC-4684-AC6D-BFBE2669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5B4B69-CF3B-4327-B98C-DF717E73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412C91-0BCD-450E-BC86-CB080836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529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Run dev, lint and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42C377-9E64-4D59-AAF8-8BEC8CF0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FFF233-9144-4684-B2D5-0464A2AC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2941B1-23BD-4213-883F-E811F7AC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911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Commit only the understood change</a:t>
            </a:r>
          </a:p>
        </p:txBody>
      </p:sp>
    </p:spTree>
    <p:extLst>
      <p:ext uri="{BB962C8B-B14F-4D97-AF65-F5344CB8AC3E}">
        <p14:creationId xmlns:p14="http://schemas.microsoft.com/office/powerpoint/2010/main" val="1730606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2FB068-49C0-48A7-8A6A-F7ED2922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BB6437-4526-450F-AC70-05D876ED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C063DF-4EBB-408B-AF64-81B37D73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TOPIC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A484D5-7EAC-4ADD-AA20-A453BAA4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04BC52-0570-4CF7-A291-CBDBCFCD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754B6-3FFF-4CED-A5BA-F11C46FE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Components turn JSX into an adaptable UI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24C4AD-340C-4735-A113-3CFBF26E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219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A138D3-5E4F-466A-8ADF-025D1340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562100"/>
            <a:ext cx="5219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8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022EC-79AF-443F-BD13-F08A6AE8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6E99"/>
                </a:solidFill>
              </a:defRPr>
            </a:pPr>
            <a:r>
              <a:rPr sz="1875" b="1">
                <a:solidFill>
                  <a:srgbClr val="0B6E99"/>
                </a:solidFill>
              </a:rPr>
              <a:t>Data contracts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40572-8F38-4808-A5FF-26B23234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65D"/>
                </a:solidFill>
              </a:defRPr>
            </a:pPr>
            <a:r>
              <a:rPr sz="1875" b="1">
                <a:solidFill>
                  <a:srgbClr val="17365D"/>
                </a:solidFill>
              </a:rPr>
              <a:t>Presentation contracts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CD7B7A-A3BF-4750-88B2-C8A43DB2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Typed props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4566B-F329-4A80-9FC0-E97BD2F1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Stable task IDs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D7715A-D287-4E21-BA86-E201155E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Explicit callbacks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B636A5-F968-4C4F-A7AB-4A75F6B1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Semantic HTML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532BAD-25FE-42C2-8141-0C9BBB8E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Responsive CSS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041218-A848-45FC-BB51-9BA6B3B3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957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Visible focus states</a:t>
            </a:r>
          </a:p>
        </p:txBody>
      </p:sp>
    </p:spTree>
    <p:extLst>
      <p:ext uri="{BB962C8B-B14F-4D97-AF65-F5344CB8AC3E}">
        <p14:creationId xmlns:p14="http://schemas.microsoft.com/office/powerpoint/2010/main" val="9489760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A33EC8-C08C-444D-8F30-46B2599E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2FCD3-F2B5-4FFC-BB43-54F93206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1E6EF-8A4C-4C12-AD78-4C48EACD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TOPIC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6D7181-9744-4CE0-B2F8-A7DBF5D3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86091-A706-4F46-8B8B-8CA63CC7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F8364F-B008-4662-ACFC-F56783DE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Reusable UI needs observable states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643072-53EE-4E85-AA93-64F9C3BE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3BD12B-604F-4D88-A9E4-7BDD0E88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075657-B869-402B-8481-EB00C9C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38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Compose Board, TaskColumn and TaskCard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1B04DA-497F-4DF8-8F6B-3A947551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BA867-63FB-411C-BBCB-34842357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B22BCF-CF9F-4A39-9603-FDB5F8D1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765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Pass data down and events up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4AE0CC-20C8-4892-970A-499FF77C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B16AF6-6B71-4F82-9DA3-9B5D16BE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02B37C-7F4C-4028-96B4-BBC881BE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Render useful empty states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8222C3-453F-4471-B9D5-20CFF260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DCB7C1-557E-4B39-BEEA-A28F324A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4A2617-2D4C-4145-985A-51F28AAA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529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Test at 375 px and 1280 px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2489F7-4A12-4882-A428-D02B8188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198DF3-6472-41DB-9CA1-3ACE62C2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2B9138-2BA6-4C8C-B535-BFD333A6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911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Treat generated CSS as code to review</a:t>
            </a:r>
          </a:p>
        </p:txBody>
      </p:sp>
    </p:spTree>
    <p:extLst>
      <p:ext uri="{BB962C8B-B14F-4D97-AF65-F5344CB8AC3E}">
        <p14:creationId xmlns:p14="http://schemas.microsoft.com/office/powerpoint/2010/main" val="13169251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15F03C-0D36-462B-862A-768464C0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B056F0-40D4-4A92-92E3-55E21B63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C979F1-C75F-4B00-A7CB-BF8E4882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LAB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1C39E-234E-4AD7-B2F2-9CF0B340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A69A8-E555-4882-8181-27F77C49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80287-42B1-458A-9004-C467126E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Checkpoint 2: a responsive SprintBoard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7989DC-CEB4-4701-A3B2-BDF864CE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84070A-55AD-41CE-8236-831E1C3C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ADAFC4-1634-412F-8DA3-54CEA69E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38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Create six synthetic tasks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7754B-53A4-4F47-8BC1-0FED6D8F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2FB3B0-45A6-4960-A341-7305B97D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F1DF9-240D-44B6-B2CD-F895256C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765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Plan component and event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631A7-87F0-404E-B9CC-C9795FF4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8EC2A3-033A-4BDA-8C9B-8F32D90F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E94E79-B3F2-46DD-B9ED-2DD5B5BB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Review the allowed file scope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590A2F-B57D-4B4D-9847-8AC7CE7C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CEC0D-DE3C-4E98-86CC-05B54C6B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6A0BF9-F61D-477D-B60C-FDBB2DAE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529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Test filters, events and keyboard 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102239-BEAA-4119-81A1-E53DAFC8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A73F6B-F73A-42D5-925A-A3680907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34D54F-6570-4861-AF0C-DB13050E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911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Lint and build before committing</a:t>
            </a:r>
          </a:p>
        </p:txBody>
      </p:sp>
    </p:spTree>
    <p:extLst>
      <p:ext uri="{BB962C8B-B14F-4D97-AF65-F5344CB8AC3E}">
        <p14:creationId xmlns:p14="http://schemas.microsoft.com/office/powerpoint/2010/main" val="2372592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F85ACD-ADEE-4712-9D07-21B560DFB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1977CB-63F9-4466-904C-D102341D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64C139-C6C9-4A52-B47F-0B16BD40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TOPIC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E546C-E441-4482-A8FB-872AB9C6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E5641E-B31D-4272-BFE8-0E0757FB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96EEEF-6DEF-45D6-BC13-BAB6A97A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State and effects solve different problems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DC4AE-3365-4394-B43C-C33F6DF9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219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05950C-B004-42C5-BCB4-18744101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562100"/>
            <a:ext cx="5219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8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992900-4D51-47C0-A8EC-595F5E05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6E99"/>
                </a:solidFill>
              </a:defRPr>
            </a:pPr>
            <a:r>
              <a:rPr sz="1875" b="1">
                <a:solidFill>
                  <a:srgbClr val="0B6E99"/>
                </a:solidFill>
              </a:rPr>
              <a:t>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337D18-2F49-434A-968E-7E4F8BD6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65D"/>
                </a:solidFill>
              </a:defRPr>
            </a:pPr>
            <a:r>
              <a:rPr sz="1875" b="1">
                <a:solidFill>
                  <a:srgbClr val="17365D"/>
                </a:solidFill>
              </a:rPr>
              <a:t>Effects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FC01C5-E05D-4AFC-8EF3-483C34F0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Represents UI truth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0081F2-0DFB-4F7E-ADB8-0DBA65EA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Update immutably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1EFA76-E7E8-4D2E-A001-7D48D336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Use functional updates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5970D-1734-4715-9882-47CE18A3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Synchronize with fetch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C3807F-F9B5-4CFF-8443-6B05435B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Declare dependencies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2484DE-6509-4D0B-A2BB-189C8ADC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957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Abort and handle failures</a:t>
            </a:r>
          </a:p>
        </p:txBody>
      </p:sp>
    </p:spTree>
    <p:extLst>
      <p:ext uri="{BB962C8B-B14F-4D97-AF65-F5344CB8AC3E}">
        <p14:creationId xmlns:p14="http://schemas.microsoft.com/office/powerpoint/2010/main" val="18694221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B03603-E3C4-4216-8CE6-34DB7B20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81FA0-A4B8-492B-A56C-77EAEA48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F2F15-BD60-442D-90B2-5D7B4101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TOPIC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E9AA9-BA34-4581-84C7-748DB86A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35927D-E536-4177-92DA-D2A9E0DC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ADEE3-42E7-4831-91C8-2FAF6DA3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Routing and API data make the app real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5EECD4-8029-43B1-BF75-296FFF7C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84C63E-A900-4C1B-99D3-001C138F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2A7031-2DEA-4E75-986D-96C800EF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38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Define board, detail, about and not-found routes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9FC03-EC48-4BEC-8A95-8403D52A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1D6160-9FB3-4790-A02C-3EE8AA82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0A18C4-51BC-4108-9293-79685E6B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765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Test links and direct URL entry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FB83CA-5776-46D2-A563-EFB82002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209C71-5F06-4C99-A379-E74F9723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BA8B42-E0BA-490A-9283-9E6F6101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Model loading, empty and error states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08741F-8975-40BE-9170-FCC2465D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AB812D-48B8-4DF2-AE20-34423329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AA9AB0-852D-4DC4-826F-096655C0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529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Refactor duplication without behavior drift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08F319-0D79-4DC2-9586-15A33006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0A5F6-227D-4434-8552-21F6E39E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017ED6-F830-4344-AEB4-355BCE19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911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Reject any and suppressed lint rules</a:t>
            </a:r>
          </a:p>
        </p:txBody>
      </p:sp>
    </p:spTree>
    <p:extLst>
      <p:ext uri="{BB962C8B-B14F-4D97-AF65-F5344CB8AC3E}">
        <p14:creationId xmlns:p14="http://schemas.microsoft.com/office/powerpoint/2010/main" val="19827005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4A3096-711A-4317-9257-80BAE604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62FAB6-EE0B-4929-BF4C-18A9BE2A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133968-E005-4093-A4AA-B2BD9358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LAB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20609-D55F-40E1-9AC8-EA65D16F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56A92D-D5D1-44C0-8F77-E031489D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BBF5B-328C-4C29-8B39-D5199AD2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Checkpoint 3: routed pages and resilient 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0A1235-B337-4C8E-A879-40E86F597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9E6335-F9C6-4983-9C98-C298740E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68E1DD-F149-45EE-B311-4A57D882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38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Plan routes and rollback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D7A93-9387-4D12-B9F2-1ED6571A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7B827A-FD82-44C7-80DB-047C722B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06B365-ED6C-41EC-8ED9-4C69481C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765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Create a focused useTasks hook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A27D6C-4580-4BB4-B1AB-2CBFDC49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4DC932-9240-40AE-A3BB-A06DD0BF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F8E632-1AB5-43C0-B6DD-5E035607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Observe loading and failure UI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ADAB9-A24C-415C-80DF-895FFED2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7739A0-3359-4EA4-BEBB-B75C44FF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D35648-5837-4BB6-B5C3-CE12FEF3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529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Review effect cleanup and dependencies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3A694B-70C1-44BE-B1ED-EF2DBD9F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E63E3E-35F3-49E6-82E3-B775FDFE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27BCA2-7DCB-42BB-B84E-A0D97D06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911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Compare refactor before and after</a:t>
            </a:r>
          </a:p>
        </p:txBody>
      </p:sp>
    </p:spTree>
    <p:extLst>
      <p:ext uri="{BB962C8B-B14F-4D97-AF65-F5344CB8AC3E}">
        <p14:creationId xmlns:p14="http://schemas.microsoft.com/office/powerpoint/2010/main" val="8605154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06E8AD-11E0-4B43-B978-42906423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80848F-3A56-45F3-90C4-3382C525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25B52A-0442-4FE6-A80B-D646DF90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TOPIC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521D7E-40B6-4266-80E4-8B87389C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932021-DD45-4612-A41C-FAB68499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A0ACF7-60E4-47B9-A022-A3B47A7A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Debugging starts with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E03B6-0072-4EDF-A357-D7E9D95F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219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9D7EFE-9358-4F63-92AC-FD0CCF19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562100"/>
            <a:ext cx="5219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8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898AA6-EE42-445A-90B6-E8C69467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6E99"/>
                </a:solidFill>
              </a:defRPr>
            </a:pPr>
            <a:r>
              <a:rPr sz="1875" b="1">
                <a:solidFill>
                  <a:srgbClr val="0B6E99"/>
                </a:solidFill>
              </a:rPr>
              <a:t>Weak request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A1D9C1-D764-42B5-84FF-31EE4E2F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65D"/>
                </a:solidFill>
              </a:defRPr>
            </a:pPr>
            <a:r>
              <a:rPr sz="1875" b="1">
                <a:solidFill>
                  <a:srgbClr val="17365D"/>
                </a:solidFill>
              </a:rPr>
              <a:t>Strong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82483-29C7-4FFB-91A2-7D834DB7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It is broken—fix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D878EE-8CD0-4B90-B40F-221956F5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No reproduction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267B43-9AB2-4DAB-83DA-742FD485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Accept a broad rewrite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1C92F7-259E-483F-A4F1-C706EEA4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Exact failing behavior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E88FBA-442C-403D-992D-8E9715E9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Relevant files and 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C03DAB-D8F8-4A0F-9B20-27A282DC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957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Minimal patch plus regression test</a:t>
            </a:r>
          </a:p>
        </p:txBody>
      </p:sp>
    </p:spTree>
    <p:extLst>
      <p:ext uri="{BB962C8B-B14F-4D97-AF65-F5344CB8AC3E}">
        <p14:creationId xmlns:p14="http://schemas.microsoft.com/office/powerpoint/2010/main" val="23057806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53C938-F89E-41D8-B4DA-9414F328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78FCEF-49E0-4191-ACE1-80E69367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E80C46-91E7-4211-96F2-357CB53C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TOPIC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BE05CC-84D2-499A-BFCD-8071653F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CC796D-6BF6-4A7D-A60F-C5BA8B45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A7C75-76EB-428A-804C-FF8121CF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Tests and production checks constrain AI output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8532C-A8E1-43A2-AEEC-874383CC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8383C7-7593-4BB5-BBCA-8FA573BA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62CB48-AC74-458C-B064-D4299CC2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38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Test behavior, not implementation details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F01DAC-3F96-4AA4-A883-09C5B27D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CE980D-A0A9-4A2C-B859-4C00170F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62D633-AE48-4F15-B0DD-0095F237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765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Run Vitest and Testing Library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315FF7-8858-4B36-9CB7-AC19D779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82B14A-7C3A-43EE-8347-CD116527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8F26F2-19AD-4A7C-8906-BBE50754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Keep lint and build green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78566C-9738-45B9-9211-EADDED06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AC4CCF-F1AE-425F-9276-4B6E92B9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0D3DD4-C74E-4F15-B665-753D94A1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529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Remove debug output and document decisions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10D3FA-6DA3-4BF8-8DAE-C544A51B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B19066-1349-4FBE-9503-C1954FF5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B90267-C1E2-4E59-AD94-E0C76F20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911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Verify the deployed public URL</a:t>
            </a:r>
          </a:p>
        </p:txBody>
      </p:sp>
    </p:spTree>
    <p:extLst>
      <p:ext uri="{BB962C8B-B14F-4D97-AF65-F5344CB8AC3E}">
        <p14:creationId xmlns:p14="http://schemas.microsoft.com/office/powerpoint/2010/main" val="168556306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DD8B5A-9B4B-478E-8BA1-8B5320BE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BB7EC5-4A19-4694-811A-5AF7E4F4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CF66A7-0F9B-47D8-9DDB-082B661B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LAB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45B768-9680-412F-A28B-279BE1E0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76BBC-225D-442C-8D58-924130EF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A09BF9-3FF8-4B99-8FD6-59727E0C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Checkpoint 4: a tested, deployed 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D5D51C-9DED-4E63-B587-89C29025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06BDE5-5803-403D-A512-C34D5F6A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E25492-72FE-4E4F-96E3-66E812A9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38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Capture a controlled regression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DF16BB-F635-4507-B66F-949001B2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0E0385-F2D6-4BA3-9640-4FD19B8E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077A9-092B-4F14-92B8-73633C52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765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Review root cause and minimal fix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1DE931-50AE-4C5B-AB8A-A41B5DB4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0BFC8-13C3-44CD-91A5-B39CF4AE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1E186-EE54-4719-9F8F-8CE9F8E8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Add focused component and route 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8AFBA6-DB0A-42BD-9843-C6CFEDBA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4D2A70-65E0-4DF9-8EFF-860E9499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96E4A4-C8FB-49E9-8BF2-F70370DE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529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Run test, lint, build and diff checks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A19697-3A79-4D3D-BF67-6442AC91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BFB0BC-6CBA-4728-9CE9-BFD39BCE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E0E7B2-AB0A-4E60-A055-FFF7F65B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911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Deploy and document rollback</a:t>
            </a:r>
          </a:p>
        </p:txBody>
      </p:sp>
    </p:spTree>
    <p:extLst>
      <p:ext uri="{BB962C8B-B14F-4D97-AF65-F5344CB8AC3E}">
        <p14:creationId xmlns:p14="http://schemas.microsoft.com/office/powerpoint/2010/main" val="177164287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969B46-739D-49AB-870B-78B128C3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A0DD4-BCBD-4997-B648-02A1AFD1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5FFEE4-7027-4EC0-A429-28876A77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QUALITY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E320A-6366-4CF0-B5AE-FAFC76839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B83E9A-32A3-428D-8A79-1D4D0126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34A91-53C4-48D4-9CC1-5A245B40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A working browser view is evidence—but not enough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5BA2D7-47A4-497D-9C56-678C212B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219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65ED8C-044A-4460-B730-CB4937DE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562100"/>
            <a:ext cx="5219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8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83F133-99BE-43BA-A16C-C2791F38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6E99"/>
                </a:solidFill>
              </a:defRPr>
            </a:pPr>
            <a:r>
              <a:rPr sz="1875" b="1">
                <a:solidFill>
                  <a:srgbClr val="0B6E99"/>
                </a:solidFill>
              </a:rPr>
              <a:t>Verification stack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B7F04-A66E-4260-A8B7-7C569A47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65D"/>
                </a:solidFill>
              </a:defRPr>
            </a:pPr>
            <a:r>
              <a:rPr sz="1875" b="1">
                <a:solidFill>
                  <a:srgbClr val="17365D"/>
                </a:solidFill>
              </a:rPr>
              <a:t>Review questions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116198-A4B9-4BD7-9C9D-78E8A051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npm test -- --run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57E6AD-F4C5-45C7-B2FD-0B43A208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npm run lint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4A8E66-9A18-4CF3-B480-D4CBE778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npm run build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FDF22D-931B-418F-9F4C-9184B8F5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git diff --check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219078-AFED-4C29-B03F-E4282B37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Can I explain every change?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81AF9F-2B8C-43F9-8AD3-6DF5F79B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Did dependencies expand?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F692E-53DB-4722-A861-7D662F7A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957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Are failures accessible and useful?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9D1111-2F1C-4DCB-855C-EE11B2E5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4340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 Can I restore a checkpoint?</a:t>
            </a:r>
          </a:p>
        </p:txBody>
      </p:sp>
    </p:spTree>
    <p:extLst>
      <p:ext uri="{BB962C8B-B14F-4D97-AF65-F5344CB8AC3E}">
        <p14:creationId xmlns:p14="http://schemas.microsoft.com/office/powerpoint/2010/main" val="34551018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BE89BF-68D4-4A03-9CC1-A42C0777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48EB00-B756-4CCD-81B0-2A49BC1E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FB6969-964A-4ECB-8AC0-10864BEF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PRACTICE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E878CA-0E55-4E16-92D2-F5F5F6AE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2243B6-4086-4610-B846-89CF9A87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1EBF3-00F8-4415-9A48-1CF41C2F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Show the evidence behind SprintBoard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808B07-94A0-4D7B-A7C3-6EAC7AA4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F7CAED-814F-473A-AE1A-CD33AFCC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BA869C-FEB9-4E99-BC1B-5DEFC1A3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383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Demonstrate one complete task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961311-1103-4A8D-BD50-52DE8F5A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EE1AD-DF56-434C-A969-082BDC9C1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1308D-4E9A-4D6D-A9F9-1ED6C0BA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765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Show one failing then passing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AE374-03AE-4B25-92BA-F9E7BF2F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99B7A0-07EC-45C6-8191-61D2530E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0082F7-0B3C-40D3-94E2-6A722919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Name one AI suggestion you changed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8C17FD-A040-449E-BE84-915ACEF5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F9448D-B3BE-4201-BB85-24587DD0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03F421-C1D8-4FE0-8C2F-DC964A58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529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Explain one effect dependency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94DD5-D1F9-4C7A-8F08-FB62A697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BBF258-4A3E-4DC2-84CE-2A641B48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159BD2-3841-4DFE-82AB-7B6E72AF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911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Open the deployed app and rollback note</a:t>
            </a:r>
          </a:p>
        </p:txBody>
      </p:sp>
    </p:spTree>
    <p:extLst>
      <p:ext uri="{BB962C8B-B14F-4D97-AF65-F5344CB8AC3E}">
        <p14:creationId xmlns:p14="http://schemas.microsoft.com/office/powerpoint/2010/main" val="206981914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2FC802-8A58-4C7B-8074-88C9F8BD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1AC1A-FCC4-4E00-ABF1-8AACB61B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E99"/>
          </a:solidFill>
          <a:ln xmlns:a="http://schemas.openxmlformats.org/drawingml/2006/main" w="0">
            <a:solidFill>
              <a:srgbClr val="0B6E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DC4818-70D0-4317-B36B-EF28D8E1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D81A43-B100-4D52-8A48-1AC1B123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872"/>
                </a:solidFill>
              </a:defRPr>
            </a:pPr>
            <a:r>
              <a:rPr sz="900" b="0">
                <a:solidFill>
                  <a:srgbClr val="5A6872"/>
                </a:solidFill>
              </a:rPr>
              <a:t>C1143  •  React AI Vibe Coding for React Development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C2E1C8-68FA-4D00-8DE3-26B8315C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A6872"/>
                </a:solidFill>
              </a:defRPr>
            </a:pPr>
            <a:r>
              <a:rPr sz="900" b="1">
                <a:solidFill>
                  <a:srgbClr val="5A6872"/>
                </a:solidFill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C8321-E4D4-485A-AF79-F7094859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65D"/>
                </a:solidFill>
              </a:defRPr>
            </a:pPr>
            <a:r>
              <a:rPr sz="2700" b="1">
                <a:solidFill>
                  <a:srgbClr val="17365D"/>
                </a:solidFill>
              </a:rPr>
              <a:t>The craft is not prompting—it is controlled acceptance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998B9-C0FA-41C8-AC99-5AB3F291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9540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A6872"/>
                </a:solidFill>
              </a:defRPr>
            </a:pPr>
            <a:r>
              <a:rPr sz="1350" b="0">
                <a:solidFill>
                  <a:srgbClr val="5A6872"/>
                </a:solidFill>
              </a:rPr>
              <a:t>Your next build should leave an evidence trail, not just an output.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BC1B92-5FCB-429C-8B0B-8DE9FE0D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6DB05C-704D-4115-9663-CC9EC498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23CA12-FCAB-4830-A6A6-88533FC9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240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Make intent concrete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FA984F-10CF-426F-AB34-6B66224F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511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576FA-020F-4188-B47C-DDD21F38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511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9001E-3285-48DE-BC28-D19C6828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225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Keep increments small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D67C95-7E57-4D84-92A4-F940DCA2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96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F4724A-633F-4742-B2E7-9E51D570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96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DA0B36-39B1-48FA-BA54-753F08BC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210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Review plans before code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FDA9CE-A1D2-415E-8065-C554A0F3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81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FC2323-93AD-4BB0-8036-103CC78D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81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ACC2F3-DF79-4ED6-99AD-04C8137C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195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Review diffs before trust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ECBF97-5AD3-4650-A591-E7D8459B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466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313E74-6C28-437C-A33C-67C49F97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466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3C31EE-D435-48C2-A273-0C9FC977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7180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Verify on the real target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A81184-5D32-49EB-B49C-36BF404A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451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AF4F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56CFAF-05DD-4A46-B411-D9A15DFE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451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23C21D-A78B-4C86-B929-04A87833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65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Commit only what you can explain</a:t>
            </a:r>
          </a:p>
        </p:txBody>
      </p:sp>
    </p:spTree>
    <p:extLst>
      <p:ext uri="{BB962C8B-B14F-4D97-AF65-F5344CB8AC3E}">
        <p14:creationId xmlns:p14="http://schemas.microsoft.com/office/powerpoint/2010/main" val="8833036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2026-07-11T09:20:53.6470000Z</dcterms:created>
  <dcterms:modified xsi:type="dcterms:W3CDTF">2026-07-11T09:20:53.6470000Z</dcterms:modified>
</coreProperties>
</file>