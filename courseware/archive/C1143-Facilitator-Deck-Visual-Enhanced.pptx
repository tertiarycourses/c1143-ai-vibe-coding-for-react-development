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d5b3fea20234e3f" Type="http://schemas.openxmlformats.org/officeDocument/2006/relationships/officeDocument" Target="ppt/presentation.xml"/><Relationship Id="R9ab05e46c7da4408" Type="http://schemas.openxmlformats.org/package/2006/relationships/metadata/core-properties" Target="docProps/core.xml"/><Relationship Id="Rb50ba33569e149ce"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0bdf35cbc7274f7a"/>
  </p:sldMasterIdLst>
  <p:notesMasterIdLst>
    <p:notesMasterId xmlns:r="http://schemas.openxmlformats.org/officeDocument/2006/relationships" r:id="Ra4a8ea5128a946f8"/>
  </p:notesMasterIdLst>
  <p:sldIdLst>
    <p:sldId xmlns:r="http://schemas.openxmlformats.org/officeDocument/2006/relationships" id="256" r:id="R422d29e1a49d46af"/>
    <p:sldId xmlns:r="http://schemas.openxmlformats.org/officeDocument/2006/relationships" id="257" r:id="R74d0a285fa0d4e4c"/>
    <p:sldId xmlns:r="http://schemas.openxmlformats.org/officeDocument/2006/relationships" id="258" r:id="Rf95d6c516b644b83"/>
    <p:sldId xmlns:r="http://schemas.openxmlformats.org/officeDocument/2006/relationships" id="259" r:id="R83bcd8415dea4ed2"/>
    <p:sldId xmlns:r="http://schemas.openxmlformats.org/officeDocument/2006/relationships" id="260" r:id="R824182567b444005"/>
    <p:sldId xmlns:r="http://schemas.openxmlformats.org/officeDocument/2006/relationships" id="261" r:id="Rc4d798bad47049cb"/>
    <p:sldId xmlns:r="http://schemas.openxmlformats.org/officeDocument/2006/relationships" id="262" r:id="R93457e97092c4823"/>
    <p:sldId xmlns:r="http://schemas.openxmlformats.org/officeDocument/2006/relationships" id="263" r:id="R522fd93df3fa441d"/>
    <p:sldId xmlns:r="http://schemas.openxmlformats.org/officeDocument/2006/relationships" id="264" r:id="Rb486526c321e401c"/>
    <p:sldId xmlns:r="http://schemas.openxmlformats.org/officeDocument/2006/relationships" id="265" r:id="R441aa34355144faf"/>
    <p:sldId xmlns:r="http://schemas.openxmlformats.org/officeDocument/2006/relationships" id="266" r:id="Rad6df25109284177"/>
    <p:sldId xmlns:r="http://schemas.openxmlformats.org/officeDocument/2006/relationships" id="267" r:id="R65b80bf4fa3b4d3c"/>
    <p:sldId xmlns:r="http://schemas.openxmlformats.org/officeDocument/2006/relationships" id="268" r:id="R97a440a3f9564bb9"/>
    <p:sldId xmlns:r="http://schemas.openxmlformats.org/officeDocument/2006/relationships" id="269" r:id="R2b5e06a3c752482c"/>
    <p:sldId xmlns:r="http://schemas.openxmlformats.org/officeDocument/2006/relationships" id="270" r:id="Rfb9932db8b074608"/>
    <p:sldId xmlns:r="http://schemas.openxmlformats.org/officeDocument/2006/relationships" id="271" r:id="Rab4fff220f134da0"/>
    <p:sldId xmlns:r="http://schemas.openxmlformats.org/officeDocument/2006/relationships" id="272" r:id="R41d14569cf6c441b"/>
    <p:sldId xmlns:r="http://schemas.openxmlformats.org/officeDocument/2006/relationships" id="273" r:id="R2ba4e7d908ef427b"/>
    <p:sldId xmlns:r="http://schemas.openxmlformats.org/officeDocument/2006/relationships" id="274" r:id="Rf1bc66a254534564"/>
    <p:sldId xmlns:r="http://schemas.openxmlformats.org/officeDocument/2006/relationships" id="275" r:id="Rc5b6da17567949f1"/>
    <p:sldId xmlns:r="http://schemas.openxmlformats.org/officeDocument/2006/relationships" id="276" r:id="Rb1178b35ce0a45e5"/>
    <p:sldId xmlns:r="http://schemas.openxmlformats.org/officeDocument/2006/relationships" id="277" r:id="Rdbf3c62da098422a"/>
    <p:sldId xmlns:r="http://schemas.openxmlformats.org/officeDocument/2006/relationships" id="278" r:id="R09e6e328376e4f1c"/>
    <p:sldId xmlns:r="http://schemas.openxmlformats.org/officeDocument/2006/relationships" id="279" r:id="Ra77d8776aacd4f1a"/>
    <p:sldId xmlns:r="http://schemas.openxmlformats.org/officeDocument/2006/relationships" id="280" r:id="Rf9145f0393954c9f"/>
    <p:sldId xmlns:r="http://schemas.openxmlformats.org/officeDocument/2006/relationships" id="281" r:id="R0e1b7740f2c54151"/>
    <p:sldId xmlns:r="http://schemas.openxmlformats.org/officeDocument/2006/relationships" id="282" r:id="Rbc1c3ed3f3af4fee"/>
    <p:sldId xmlns:r="http://schemas.openxmlformats.org/officeDocument/2006/relationships" id="283" r:id="Rcc6250cfa8bc4b24"/>
    <p:sldId xmlns:r="http://schemas.openxmlformats.org/officeDocument/2006/relationships" id="284" r:id="R6c79a59f55ff4a6e"/>
    <p:sldId xmlns:r="http://schemas.openxmlformats.org/officeDocument/2006/relationships" id="285" r:id="Reb41c4cdae314fe3"/>
    <p:sldId xmlns:r="http://schemas.openxmlformats.org/officeDocument/2006/relationships" id="286" r:id="R9fb83dc1321b4e9a"/>
    <p:sldId xmlns:r="http://schemas.openxmlformats.org/officeDocument/2006/relationships" id="287" r:id="R77f77ad520114321"/>
    <p:sldId xmlns:r="http://schemas.openxmlformats.org/officeDocument/2006/relationships" id="288" r:id="Rbec64a97babe447d"/>
    <p:sldId xmlns:r="http://schemas.openxmlformats.org/officeDocument/2006/relationships" id="289" r:id="Rc23f830267da4103"/>
    <p:sldId xmlns:r="http://schemas.openxmlformats.org/officeDocument/2006/relationships" id="290" r:id="Re3b90094e54a4622"/>
    <p:sldId xmlns:r="http://schemas.openxmlformats.org/officeDocument/2006/relationships" id="291" r:id="R1bf0d447051649d8"/>
    <p:sldId xmlns:r="http://schemas.openxmlformats.org/officeDocument/2006/relationships" id="292" r:id="R38c7a667e5a94dec"/>
    <p:sldId xmlns:r="http://schemas.openxmlformats.org/officeDocument/2006/relationships" id="293" r:id="R4b3ae90a0d994804"/>
    <p:sldId xmlns:r="http://schemas.openxmlformats.org/officeDocument/2006/relationships" id="294" r:id="R218f501089304e82"/>
    <p:sldId xmlns:r="http://schemas.openxmlformats.org/officeDocument/2006/relationships" id="295" r:id="R16c34aaa1c654980"/>
    <p:sldId xmlns:r="http://schemas.openxmlformats.org/officeDocument/2006/relationships" id="296" r:id="R878b3483cece4d8d"/>
    <p:sldId xmlns:r="http://schemas.openxmlformats.org/officeDocument/2006/relationships" id="297" r:id="R3b55a74d15a14787"/>
    <p:sldId xmlns:r="http://schemas.openxmlformats.org/officeDocument/2006/relationships" id="298" r:id="R29199f3b1a4a4b80"/>
    <p:sldId xmlns:r="http://schemas.openxmlformats.org/officeDocument/2006/relationships" id="299" r:id="R4d113c68f6a543f1"/>
    <p:sldId xmlns:r="http://schemas.openxmlformats.org/officeDocument/2006/relationships" id="300" r:id="Rc805c097284e49e5"/>
    <p:sldId xmlns:r="http://schemas.openxmlformats.org/officeDocument/2006/relationships" id="301" r:id="R43c796107a664fc1"/>
    <p:sldId xmlns:r="http://schemas.openxmlformats.org/officeDocument/2006/relationships" id="302" r:id="Rc802756a572e4074"/>
    <p:sldId xmlns:r="http://schemas.openxmlformats.org/officeDocument/2006/relationships" id="303" r:id="Rd28038f928a3425c"/>
    <p:sldId xmlns:r="http://schemas.openxmlformats.org/officeDocument/2006/relationships" id="304" r:id="R675499c49c814903"/>
    <p:sldId xmlns:r="http://schemas.openxmlformats.org/officeDocument/2006/relationships" id="305" r:id="R5c8d98389aaf47a0"/>
    <p:sldId xmlns:r="http://schemas.openxmlformats.org/officeDocument/2006/relationships" id="306" r:id="R0f1a145f923c4b6a"/>
    <p:sldId xmlns:r="http://schemas.openxmlformats.org/officeDocument/2006/relationships" id="307" r:id="R5d49b19a3d0e403e"/>
    <p:sldId xmlns:r="http://schemas.openxmlformats.org/officeDocument/2006/relationships" id="308" r:id="R53ff608862084082"/>
    <p:sldId xmlns:r="http://schemas.openxmlformats.org/officeDocument/2006/relationships" id="309" r:id="Rd5f1e149247a4407"/>
    <p:sldId xmlns:r="http://schemas.openxmlformats.org/officeDocument/2006/relationships" id="310" r:id="R5fde6f8e10f64c52"/>
    <p:sldId xmlns:r="http://schemas.openxmlformats.org/officeDocument/2006/relationships" id="311" r:id="R9629149ccc0d49e5"/>
    <p:sldId xmlns:r="http://schemas.openxmlformats.org/officeDocument/2006/relationships" id="312" r:id="R6fce8738d9754e2f"/>
    <p:sldId xmlns:r="http://schemas.openxmlformats.org/officeDocument/2006/relationships" id="313" r:id="R87927ba2a7bc4bc6"/>
    <p:sldId xmlns:r="http://schemas.openxmlformats.org/officeDocument/2006/relationships" id="314" r:id="R2b62d1e6877749bd"/>
    <p:sldId xmlns:r="http://schemas.openxmlformats.org/officeDocument/2006/relationships" id="315" r:id="R2c7c012525a64577"/>
    <p:sldId xmlns:r="http://schemas.openxmlformats.org/officeDocument/2006/relationships" id="316" r:id="R4676f6dd73af48b3"/>
    <p:sldId xmlns:r="http://schemas.openxmlformats.org/officeDocument/2006/relationships" id="317" r:id="R96e0bbd4dfb94d5d"/>
    <p:sldId xmlns:r="http://schemas.openxmlformats.org/officeDocument/2006/relationships" id="318" r:id="R507399a547f440d9"/>
    <p:sldId xmlns:r="http://schemas.openxmlformats.org/officeDocument/2006/relationships" id="319" r:id="Rfc270031fdfe4277"/>
    <p:sldId xmlns:r="http://schemas.openxmlformats.org/officeDocument/2006/relationships" id="320" r:id="Rb7a815b64de748eb"/>
    <p:sldId xmlns:r="http://schemas.openxmlformats.org/officeDocument/2006/relationships" id="321" r:id="R69deced24d3f4941"/>
    <p:sldId xmlns:r="http://schemas.openxmlformats.org/officeDocument/2006/relationships" id="322" r:id="R407008bdfe5e4688"/>
    <p:sldId xmlns:r="http://schemas.openxmlformats.org/officeDocument/2006/relationships" id="323" r:id="R51e1ce6249034b7e"/>
    <p:sldId xmlns:r="http://schemas.openxmlformats.org/officeDocument/2006/relationships" id="324" r:id="R5840078a83384133"/>
    <p:sldId xmlns:r="http://schemas.openxmlformats.org/officeDocument/2006/relationships" id="325" r:id="R0b3c281b21dc4ceb"/>
    <p:sldId xmlns:r="http://schemas.openxmlformats.org/officeDocument/2006/relationships" id="326" r:id="Re73490be049647e9"/>
    <p:sldId xmlns:r="http://schemas.openxmlformats.org/officeDocument/2006/relationships" id="327" r:id="R6b4afc04bb60453b"/>
    <p:sldId xmlns:r="http://schemas.openxmlformats.org/officeDocument/2006/relationships" id="328" r:id="Rd8d4d7b60c6f409a"/>
    <p:sldId xmlns:r="http://schemas.openxmlformats.org/officeDocument/2006/relationships" id="329" r:id="R8670662abe7e4c53"/>
    <p:sldId xmlns:r="http://schemas.openxmlformats.org/officeDocument/2006/relationships" id="330" r:id="R9e7935c16d9744f4"/>
    <p:sldId xmlns:r="http://schemas.openxmlformats.org/officeDocument/2006/relationships" id="331" r:id="Rbed1e5a6e4a34612"/>
    <p:sldId xmlns:r="http://schemas.openxmlformats.org/officeDocument/2006/relationships" id="332" r:id="R1a857fd1c3f844f0"/>
    <p:sldId xmlns:r="http://schemas.openxmlformats.org/officeDocument/2006/relationships" id="333" r:id="Rc5bf0635d1ba4dc4"/>
    <p:sldId xmlns:r="http://schemas.openxmlformats.org/officeDocument/2006/relationships" id="334" r:id="R9836145128e04b12"/>
    <p:sldId xmlns:r="http://schemas.openxmlformats.org/officeDocument/2006/relationships" id="335" r:id="R2a30bd068e004c34"/>
    <p:sldId xmlns:r="http://schemas.openxmlformats.org/officeDocument/2006/relationships" id="336" r:id="Red6bd6f7fdd644fa"/>
    <p:sldId xmlns:r="http://schemas.openxmlformats.org/officeDocument/2006/relationships" id="337" r:id="R1c79a1beb31f46d5"/>
    <p:sldId xmlns:r="http://schemas.openxmlformats.org/officeDocument/2006/relationships" id="338" r:id="R78e3b2617d0049d4"/>
    <p:sldId xmlns:r="http://schemas.openxmlformats.org/officeDocument/2006/relationships" id="339" r:id="Rf0c0787cd73b4996"/>
    <p:sldId xmlns:r="http://schemas.openxmlformats.org/officeDocument/2006/relationships" id="340" r:id="R055c91a16551465e"/>
    <p:sldId xmlns:r="http://schemas.openxmlformats.org/officeDocument/2006/relationships" id="341" r:id="Re8a119e7282b4b0c"/>
    <p:sldId xmlns:r="http://schemas.openxmlformats.org/officeDocument/2006/relationships" id="342" r:id="R8254f839f8444da0"/>
    <p:sldId xmlns:r="http://schemas.openxmlformats.org/officeDocument/2006/relationships" id="343" r:id="Rc66985b061ca4360"/>
    <p:sldId xmlns:r="http://schemas.openxmlformats.org/officeDocument/2006/relationships" id="344" r:id="Rf53d712db4604f06"/>
    <p:sldId xmlns:r="http://schemas.openxmlformats.org/officeDocument/2006/relationships" id="345" r:id="R58d4929adb064be7"/>
    <p:sldId xmlns:r="http://schemas.openxmlformats.org/officeDocument/2006/relationships" id="346" r:id="Ra8ee57c0f2504d2b"/>
    <p:sldId xmlns:r="http://schemas.openxmlformats.org/officeDocument/2006/relationships" id="347" r:id="Rcbbe0596a2c34424"/>
    <p:sldId xmlns:r="http://schemas.openxmlformats.org/officeDocument/2006/relationships" id="348" r:id="R7a9c240a9d684b92"/>
    <p:sldId xmlns:r="http://schemas.openxmlformats.org/officeDocument/2006/relationships" id="349" r:id="Rd60a834b36084eaa"/>
    <p:sldId xmlns:r="http://schemas.openxmlformats.org/officeDocument/2006/relationships" id="350" r:id="R462cb27ad7444d60"/>
    <p:sldId xmlns:r="http://schemas.openxmlformats.org/officeDocument/2006/relationships" id="351" r:id="R4d9e97ff10854493"/>
    <p:sldId xmlns:r="http://schemas.openxmlformats.org/officeDocument/2006/relationships" id="352" r:id="R7dfbb4f90e314d69"/>
    <p:sldId xmlns:r="http://schemas.openxmlformats.org/officeDocument/2006/relationships" id="353" r:id="Ref6a5b75a7954d73"/>
    <p:sldId xmlns:r="http://schemas.openxmlformats.org/officeDocument/2006/relationships" id="354" r:id="R0dc09fadaf38466f"/>
    <p:sldId xmlns:r="http://schemas.openxmlformats.org/officeDocument/2006/relationships" id="355" r:id="Rb5b0fa7f83754af0"/>
    <p:sldId xmlns:r="http://schemas.openxmlformats.org/officeDocument/2006/relationships" id="356" r:id="R05dc75543070417f"/>
    <p:sldId xmlns:r="http://schemas.openxmlformats.org/officeDocument/2006/relationships" id="357" r:id="R9152dab0f60a42d2"/>
    <p:sldId xmlns:r="http://schemas.openxmlformats.org/officeDocument/2006/relationships" id="358" r:id="R9841e3f8598f48c4"/>
    <p:sldId xmlns:r="http://schemas.openxmlformats.org/officeDocument/2006/relationships" id="359" r:id="R3e1797884e794c76"/>
    <p:sldId xmlns:r="http://schemas.openxmlformats.org/officeDocument/2006/relationships" id="360" r:id="Rf2a96d113ef84ef0"/>
    <p:sldId xmlns:r="http://schemas.openxmlformats.org/officeDocument/2006/relationships" id="361" r:id="R0a3fc143711540c3"/>
    <p:sldId xmlns:r="http://schemas.openxmlformats.org/officeDocument/2006/relationships" id="362" r:id="R81b1af69b59b4090"/>
    <p:sldId xmlns:r="http://schemas.openxmlformats.org/officeDocument/2006/relationships" id="363" r:id="Re81e26569ddd4b11"/>
    <p:sldId xmlns:r="http://schemas.openxmlformats.org/officeDocument/2006/relationships" id="364" r:id="R637308db3d6f4777"/>
    <p:sldId xmlns:r="http://schemas.openxmlformats.org/officeDocument/2006/relationships" id="365" r:id="R0dbe7bf019d34fd6"/>
    <p:sldId xmlns:r="http://schemas.openxmlformats.org/officeDocument/2006/relationships" id="366" r:id="R09718621475341dd"/>
    <p:sldId xmlns:r="http://schemas.openxmlformats.org/officeDocument/2006/relationships" id="367" r:id="R6d7ee020d869443d"/>
    <p:sldId xmlns:r="http://schemas.openxmlformats.org/officeDocument/2006/relationships" id="368" r:id="R50bc301e238d4c1e"/>
    <p:sldId xmlns:r="http://schemas.openxmlformats.org/officeDocument/2006/relationships" id="369" r:id="R7658a7c422214007"/>
    <p:sldId xmlns:r="http://schemas.openxmlformats.org/officeDocument/2006/relationships" id="370" r:id="R1cfd0a3840ec4318"/>
    <p:sldId xmlns:r="http://schemas.openxmlformats.org/officeDocument/2006/relationships" id="371" r:id="R03f4c97c4f2d40ad"/>
    <p:sldId xmlns:r="http://schemas.openxmlformats.org/officeDocument/2006/relationships" id="372" r:id="R40874152d9864251"/>
    <p:sldId xmlns:r="http://schemas.openxmlformats.org/officeDocument/2006/relationships" id="373" r:id="R85cb0fb119ef490c"/>
    <p:sldId xmlns:r="http://schemas.openxmlformats.org/officeDocument/2006/relationships" id="374" r:id="Rc1a09bb608c44542"/>
    <p:sldId xmlns:r="http://schemas.openxmlformats.org/officeDocument/2006/relationships" id="375" r:id="R24dae2cdf2b74ee8"/>
    <p:sldId xmlns:r="http://schemas.openxmlformats.org/officeDocument/2006/relationships" id="376" r:id="R8d06561ea9ea4603"/>
    <p:sldId xmlns:r="http://schemas.openxmlformats.org/officeDocument/2006/relationships" id="377" r:id="R4fed5ab13344448e"/>
    <p:sldId xmlns:r="http://schemas.openxmlformats.org/officeDocument/2006/relationships" id="378" r:id="Rd0fe4cadbd8d493c"/>
    <p:sldId xmlns:r="http://schemas.openxmlformats.org/officeDocument/2006/relationships" id="379" r:id="R9d1d5ab95a3445ff"/>
    <p:sldId xmlns:r="http://schemas.openxmlformats.org/officeDocument/2006/relationships" id="380" r:id="R15a723a0cece4b0a"/>
    <p:sldId xmlns:r="http://schemas.openxmlformats.org/officeDocument/2006/relationships" id="381" r:id="Ra351c0dfb3744b78"/>
    <p:sldId xmlns:r="http://schemas.openxmlformats.org/officeDocument/2006/relationships" id="382" r:id="R777bcbdc95f04376"/>
    <p:sldId xmlns:r="http://schemas.openxmlformats.org/officeDocument/2006/relationships" id="383" r:id="Rb1db4d790758458f"/>
    <p:sldId xmlns:r="http://schemas.openxmlformats.org/officeDocument/2006/relationships" id="384" r:id="Re56a7a7dbae141ab"/>
    <p:sldId xmlns:r="http://schemas.openxmlformats.org/officeDocument/2006/relationships" id="385" r:id="R18fc71f82265424c"/>
    <p:sldId xmlns:r="http://schemas.openxmlformats.org/officeDocument/2006/relationships" id="386" r:id="R0f56bf491c494961"/>
    <p:sldId xmlns:r="http://schemas.openxmlformats.org/officeDocument/2006/relationships" id="387" r:id="Ra0957d82cba94c25"/>
    <p:sldId xmlns:r="http://schemas.openxmlformats.org/officeDocument/2006/relationships" id="388" r:id="Rab83a860a02344f0"/>
    <p:sldId xmlns:r="http://schemas.openxmlformats.org/officeDocument/2006/relationships" id="389" r:id="R80b666d0aaf84abc"/>
    <p:sldId xmlns:r="http://schemas.openxmlformats.org/officeDocument/2006/relationships" id="390" r:id="R2167b8e5551b4449"/>
    <p:sldId xmlns:r="http://schemas.openxmlformats.org/officeDocument/2006/relationships" id="391" r:id="R3333c3887891468e"/>
    <p:sldId xmlns:r="http://schemas.openxmlformats.org/officeDocument/2006/relationships" id="392" r:id="R8fa3b79aa85644a5"/>
    <p:sldId xmlns:r="http://schemas.openxmlformats.org/officeDocument/2006/relationships" id="393" r:id="Rc7863035e31749f1"/>
    <p:sldId xmlns:r="http://schemas.openxmlformats.org/officeDocument/2006/relationships" id="394" r:id="R1a242820a5314394"/>
    <p:sldId xmlns:r="http://schemas.openxmlformats.org/officeDocument/2006/relationships" id="395" r:id="Red0ffea2c8c342ca"/>
    <p:sldId xmlns:r="http://schemas.openxmlformats.org/officeDocument/2006/relationships" id="396" r:id="Re45b627e27594eed"/>
    <p:sldId xmlns:r="http://schemas.openxmlformats.org/officeDocument/2006/relationships" id="397" r:id="R330b0cdbc1b14da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f4c97c4f2d40ad" Type="http://schemas.openxmlformats.org/officeDocument/2006/relationships/slide" Target="slides/slide116.xml"/><Relationship Id="R055c91a16551465e" Type="http://schemas.openxmlformats.org/officeDocument/2006/relationships/slide" Target="slides/slide85.xml"/><Relationship Id="R05dc75543070417f" Type="http://schemas.openxmlformats.org/officeDocument/2006/relationships/slide" Target="slides/slide101.xml"/><Relationship Id="R09718621475341dd" Type="http://schemas.openxmlformats.org/officeDocument/2006/relationships/slide" Target="slides/slide111.xml"/><Relationship Id="R09e6e328376e4f1c" Type="http://schemas.openxmlformats.org/officeDocument/2006/relationships/slide" Target="slides/slide23.xml"/><Relationship Id="R0a3fc143711540c3" Type="http://schemas.openxmlformats.org/officeDocument/2006/relationships/slide" Target="slides/slide106.xml"/><Relationship Id="R0b3c281b21dc4ceb" Type="http://schemas.openxmlformats.org/officeDocument/2006/relationships/slide" Target="slides/slide70.xml"/><Relationship Id="R0bdf35cbc7274f7a" Type="http://schemas.openxmlformats.org/officeDocument/2006/relationships/slideMaster" Target="slideMasters/slideMaster1.xml"/><Relationship Id="R0dbe7bf019d34fd6" Type="http://schemas.openxmlformats.org/officeDocument/2006/relationships/slide" Target="slides/slide110.xml"/><Relationship Id="R0dc09fadaf38466f" Type="http://schemas.openxmlformats.org/officeDocument/2006/relationships/slide" Target="slides/slide99.xml"/><Relationship Id="R0e1b7740f2c54151" Type="http://schemas.openxmlformats.org/officeDocument/2006/relationships/slide" Target="slides/slide26.xml"/><Relationship Id="R0f1a145f923c4b6a" Type="http://schemas.openxmlformats.org/officeDocument/2006/relationships/slide" Target="slides/slide51.xml"/><Relationship Id="R0f56bf491c494961" Type="http://schemas.openxmlformats.org/officeDocument/2006/relationships/slide" Target="slides/slide131.xml"/><Relationship Id="R132d51871b684459" Type="http://schemas.openxmlformats.org/officeDocument/2006/relationships/tableStyles" Target="tableStyles.xml"/><Relationship Id="R15a723a0cece4b0a" Type="http://schemas.openxmlformats.org/officeDocument/2006/relationships/slide" Target="slides/slide125.xml"/><Relationship Id="R16c34aaa1c654980" Type="http://schemas.openxmlformats.org/officeDocument/2006/relationships/slide" Target="slides/slide40.xml"/><Relationship Id="R18fc71f82265424c" Type="http://schemas.openxmlformats.org/officeDocument/2006/relationships/slide" Target="slides/slide130.xml"/><Relationship Id="R1a242820a5314394" Type="http://schemas.openxmlformats.org/officeDocument/2006/relationships/slide" Target="slides/slide139.xml"/><Relationship Id="R1a857fd1c3f844f0" Type="http://schemas.openxmlformats.org/officeDocument/2006/relationships/slide" Target="slides/slide77.xml"/><Relationship Id="R1bf0d447051649d8" Type="http://schemas.openxmlformats.org/officeDocument/2006/relationships/slide" Target="slides/slide36.xml"/><Relationship Id="R1c79a1beb31f46d5" Type="http://schemas.openxmlformats.org/officeDocument/2006/relationships/slide" Target="slides/slide82.xml"/><Relationship Id="R1cfd0a3840ec4318" Type="http://schemas.openxmlformats.org/officeDocument/2006/relationships/slide" Target="slides/slide115.xml"/><Relationship Id="R1e1f5a0649184a18" Type="http://schemas.openxmlformats.org/officeDocument/2006/relationships/theme" Target="theme/theme1.xml"/><Relationship Id="R2167b8e5551b4449" Type="http://schemas.openxmlformats.org/officeDocument/2006/relationships/slide" Target="slides/slide135.xml"/><Relationship Id="R218f501089304e82" Type="http://schemas.openxmlformats.org/officeDocument/2006/relationships/slide" Target="slides/slide39.xml"/><Relationship Id="R24dae2cdf2b74ee8" Type="http://schemas.openxmlformats.org/officeDocument/2006/relationships/slide" Target="slides/slide120.xml"/><Relationship Id="R29199f3b1a4a4b80" Type="http://schemas.openxmlformats.org/officeDocument/2006/relationships/slide" Target="slides/slide43.xml"/><Relationship Id="R2a30bd068e004c34" Type="http://schemas.openxmlformats.org/officeDocument/2006/relationships/slide" Target="slides/slide80.xml"/><Relationship Id="R2b5e06a3c752482c" Type="http://schemas.openxmlformats.org/officeDocument/2006/relationships/slide" Target="slides/slide14.xml"/><Relationship Id="R2b62d1e6877749bd" Type="http://schemas.openxmlformats.org/officeDocument/2006/relationships/slide" Target="slides/slide59.xml"/><Relationship Id="R2ba4e7d908ef427b" Type="http://schemas.openxmlformats.org/officeDocument/2006/relationships/slide" Target="slides/slide18.xml"/><Relationship Id="R2c7c012525a64577" Type="http://schemas.openxmlformats.org/officeDocument/2006/relationships/slide" Target="slides/slide60.xml"/><Relationship Id="R330b0cdbc1b14da9" Type="http://schemas.openxmlformats.org/officeDocument/2006/relationships/slide" Target="slides/slide142.xml"/><Relationship Id="R3333c3887891468e" Type="http://schemas.openxmlformats.org/officeDocument/2006/relationships/slide" Target="slides/slide136.xml"/><Relationship Id="R38c7a667e5a94dec" Type="http://schemas.openxmlformats.org/officeDocument/2006/relationships/slide" Target="slides/slide37.xml"/><Relationship Id="R3b55a74d15a14787" Type="http://schemas.openxmlformats.org/officeDocument/2006/relationships/slide" Target="slides/slide42.xml"/><Relationship Id="R3e1797884e794c76" Type="http://schemas.openxmlformats.org/officeDocument/2006/relationships/slide" Target="slides/slide104.xml"/><Relationship Id="R407008bdfe5e4688" Type="http://schemas.openxmlformats.org/officeDocument/2006/relationships/slide" Target="slides/slide67.xml"/><Relationship Id="R40874152d9864251" Type="http://schemas.openxmlformats.org/officeDocument/2006/relationships/slide" Target="slides/slide117.xml"/><Relationship Id="R41d14569cf6c441b" Type="http://schemas.openxmlformats.org/officeDocument/2006/relationships/slide" Target="slides/slide17.xml"/><Relationship Id="R422d29e1a49d46af" Type="http://schemas.openxmlformats.org/officeDocument/2006/relationships/slide" Target="slides/slide1.xml"/><Relationship Id="R43c796107a664fc1" Type="http://schemas.openxmlformats.org/officeDocument/2006/relationships/slide" Target="slides/slide46.xml"/><Relationship Id="R441aa34355144faf" Type="http://schemas.openxmlformats.org/officeDocument/2006/relationships/slide" Target="slides/slide10.xml"/><Relationship Id="R462cb27ad7444d60" Type="http://schemas.openxmlformats.org/officeDocument/2006/relationships/slide" Target="slides/slide95.xml"/><Relationship Id="R4676f6dd73af48b3" Type="http://schemas.openxmlformats.org/officeDocument/2006/relationships/slide" Target="slides/slide61.xml"/><Relationship Id="R4b3ae90a0d994804" Type="http://schemas.openxmlformats.org/officeDocument/2006/relationships/slide" Target="slides/slide38.xml"/><Relationship Id="R4d113c68f6a543f1" Type="http://schemas.openxmlformats.org/officeDocument/2006/relationships/slide" Target="slides/slide44.xml"/><Relationship Id="R4d9e97ff10854493" Type="http://schemas.openxmlformats.org/officeDocument/2006/relationships/slide" Target="slides/slide96.xml"/><Relationship Id="R4fed5ab13344448e" Type="http://schemas.openxmlformats.org/officeDocument/2006/relationships/slide" Target="slides/slide122.xml"/><Relationship Id="R507399a547f440d9" Type="http://schemas.openxmlformats.org/officeDocument/2006/relationships/slide" Target="slides/slide63.xml"/><Relationship Id="R50bc301e238d4c1e" Type="http://schemas.openxmlformats.org/officeDocument/2006/relationships/slide" Target="slides/slide113.xml"/><Relationship Id="R51e1ce6249034b7e" Type="http://schemas.openxmlformats.org/officeDocument/2006/relationships/slide" Target="slides/slide68.xml"/><Relationship Id="R522fd93df3fa441d" Type="http://schemas.openxmlformats.org/officeDocument/2006/relationships/slide" Target="slides/slide8.xml"/><Relationship Id="R53ff608862084082" Type="http://schemas.openxmlformats.org/officeDocument/2006/relationships/slide" Target="slides/slide53.xml"/><Relationship Id="R5840078a83384133" Type="http://schemas.openxmlformats.org/officeDocument/2006/relationships/slide" Target="slides/slide69.xml"/><Relationship Id="R58d4929adb064be7" Type="http://schemas.openxmlformats.org/officeDocument/2006/relationships/slide" Target="slides/slide90.xml"/><Relationship Id="R5c8d98389aaf47a0" Type="http://schemas.openxmlformats.org/officeDocument/2006/relationships/slide" Target="slides/slide50.xml"/><Relationship Id="R5d49b19a3d0e403e" Type="http://schemas.openxmlformats.org/officeDocument/2006/relationships/slide" Target="slides/slide52.xml"/><Relationship Id="R5fde6f8e10f64c52" Type="http://schemas.openxmlformats.org/officeDocument/2006/relationships/slide" Target="slides/slide55.xml"/><Relationship Id="R637308db3d6f4777" Type="http://schemas.openxmlformats.org/officeDocument/2006/relationships/slide" Target="slides/slide109.xml"/><Relationship Id="R65b80bf4fa3b4d3c" Type="http://schemas.openxmlformats.org/officeDocument/2006/relationships/slide" Target="slides/slide12.xml"/><Relationship Id="R675499c49c814903" Type="http://schemas.openxmlformats.org/officeDocument/2006/relationships/slide" Target="slides/slide49.xml"/><Relationship Id="R69deced24d3f4941" Type="http://schemas.openxmlformats.org/officeDocument/2006/relationships/slide" Target="slides/slide66.xml"/><Relationship Id="R6b4afc04bb60453b" Type="http://schemas.openxmlformats.org/officeDocument/2006/relationships/slide" Target="slides/slide72.xml"/><Relationship Id="R6c79a59f55ff4a6e" Type="http://schemas.openxmlformats.org/officeDocument/2006/relationships/slide" Target="slides/slide29.xml"/><Relationship Id="R6d7ee020d869443d" Type="http://schemas.openxmlformats.org/officeDocument/2006/relationships/slide" Target="slides/slide112.xml"/><Relationship Id="R6fce8738d9754e2f" Type="http://schemas.openxmlformats.org/officeDocument/2006/relationships/slide" Target="slides/slide57.xml"/><Relationship Id="R74d0a285fa0d4e4c" Type="http://schemas.openxmlformats.org/officeDocument/2006/relationships/slide" Target="slides/slide2.xml"/><Relationship Id="R7658a7c422214007" Type="http://schemas.openxmlformats.org/officeDocument/2006/relationships/slide" Target="slides/slide114.xml"/><Relationship Id="R777bcbdc95f04376" Type="http://schemas.openxmlformats.org/officeDocument/2006/relationships/slide" Target="slides/slide127.xml"/><Relationship Id="R77f77ad520114321" Type="http://schemas.openxmlformats.org/officeDocument/2006/relationships/slide" Target="slides/slide32.xml"/><Relationship Id="R78e3b2617d0049d4" Type="http://schemas.openxmlformats.org/officeDocument/2006/relationships/slide" Target="slides/slide83.xml"/><Relationship Id="R7a9c240a9d684b92" Type="http://schemas.openxmlformats.org/officeDocument/2006/relationships/slide" Target="slides/slide93.xml"/><Relationship Id="R7dfbb4f90e314d69" Type="http://schemas.openxmlformats.org/officeDocument/2006/relationships/slide" Target="slides/slide97.xml"/><Relationship Id="R80b666d0aaf84abc" Type="http://schemas.openxmlformats.org/officeDocument/2006/relationships/slide" Target="slides/slide134.xml"/><Relationship Id="R81b1af69b59b4090" Type="http://schemas.openxmlformats.org/officeDocument/2006/relationships/slide" Target="slides/slide107.xml"/><Relationship Id="R824182567b444005" Type="http://schemas.openxmlformats.org/officeDocument/2006/relationships/slide" Target="slides/slide5.xml"/><Relationship Id="R8254f839f8444da0" Type="http://schemas.openxmlformats.org/officeDocument/2006/relationships/slide" Target="slides/slide87.xml"/><Relationship Id="R83bcd8415dea4ed2" Type="http://schemas.openxmlformats.org/officeDocument/2006/relationships/slide" Target="slides/slide4.xml"/><Relationship Id="R85cb0fb119ef490c" Type="http://schemas.openxmlformats.org/officeDocument/2006/relationships/slide" Target="slides/slide118.xml"/><Relationship Id="R8670662abe7e4c53" Type="http://schemas.openxmlformats.org/officeDocument/2006/relationships/slide" Target="slides/slide74.xml"/><Relationship Id="R878b3483cece4d8d" Type="http://schemas.openxmlformats.org/officeDocument/2006/relationships/slide" Target="slides/slide41.xml"/><Relationship Id="R87927ba2a7bc4bc6" Type="http://schemas.openxmlformats.org/officeDocument/2006/relationships/slide" Target="slides/slide58.xml"/><Relationship Id="R8d06561ea9ea4603" Type="http://schemas.openxmlformats.org/officeDocument/2006/relationships/slide" Target="slides/slide121.xml"/><Relationship Id="R8fa3b79aa85644a5" Type="http://schemas.openxmlformats.org/officeDocument/2006/relationships/slide" Target="slides/slide137.xml"/><Relationship Id="R9152dab0f60a42d2" Type="http://schemas.openxmlformats.org/officeDocument/2006/relationships/slide" Target="slides/slide102.xml"/><Relationship Id="R93457e97092c4823" Type="http://schemas.openxmlformats.org/officeDocument/2006/relationships/slide" Target="slides/slide7.xml"/><Relationship Id="R9629149ccc0d49e5" Type="http://schemas.openxmlformats.org/officeDocument/2006/relationships/slide" Target="slides/slide56.xml"/><Relationship Id="R96e0bbd4dfb94d5d" Type="http://schemas.openxmlformats.org/officeDocument/2006/relationships/slide" Target="slides/slide62.xml"/><Relationship Id="R97a440a3f9564bb9" Type="http://schemas.openxmlformats.org/officeDocument/2006/relationships/slide" Target="slides/slide13.xml"/><Relationship Id="R9836145128e04b12" Type="http://schemas.openxmlformats.org/officeDocument/2006/relationships/slide" Target="slides/slide79.xml"/><Relationship Id="R9841e3f8598f48c4" Type="http://schemas.openxmlformats.org/officeDocument/2006/relationships/slide" Target="slides/slide103.xml"/><Relationship Id="R987b2078e4e74d20" Type="http://schemas.openxmlformats.org/officeDocument/2006/relationships/presProps" Target="presProps.xml"/><Relationship Id="R9d1d5ab95a3445ff" Type="http://schemas.openxmlformats.org/officeDocument/2006/relationships/slide" Target="slides/slide124.xml"/><Relationship Id="R9e7935c16d9744f4" Type="http://schemas.openxmlformats.org/officeDocument/2006/relationships/slide" Target="slides/slide75.xml"/><Relationship Id="R9fb83dc1321b4e9a" Type="http://schemas.openxmlformats.org/officeDocument/2006/relationships/slide" Target="slides/slide31.xml"/><Relationship Id="Ra0957d82cba94c25" Type="http://schemas.openxmlformats.org/officeDocument/2006/relationships/slide" Target="slides/slide132.xml"/><Relationship Id="Ra351c0dfb3744b78" Type="http://schemas.openxmlformats.org/officeDocument/2006/relationships/slide" Target="slides/slide126.xml"/><Relationship Id="Ra4a8ea5128a946f8" Type="http://schemas.openxmlformats.org/officeDocument/2006/relationships/notesMaster" Target="notesMasters/notesMaster1.xml"/><Relationship Id="Ra77d8776aacd4f1a" Type="http://schemas.openxmlformats.org/officeDocument/2006/relationships/slide" Target="slides/slide24.xml"/><Relationship Id="Ra8ee57c0f2504d2b" Type="http://schemas.openxmlformats.org/officeDocument/2006/relationships/slide" Target="slides/slide91.xml"/><Relationship Id="Rab4fff220f134da0" Type="http://schemas.openxmlformats.org/officeDocument/2006/relationships/slide" Target="slides/slide16.xml"/><Relationship Id="Rab83a860a02344f0" Type="http://schemas.openxmlformats.org/officeDocument/2006/relationships/slide" Target="slides/slide133.xml"/><Relationship Id="Rad6df25109284177" Type="http://schemas.openxmlformats.org/officeDocument/2006/relationships/slide" Target="slides/slide11.xml"/><Relationship Id="Rb1178b35ce0a45e5" Type="http://schemas.openxmlformats.org/officeDocument/2006/relationships/slide" Target="slides/slide21.xml"/><Relationship Id="Rb1db4d790758458f" Type="http://schemas.openxmlformats.org/officeDocument/2006/relationships/slide" Target="slides/slide128.xml"/><Relationship Id="Rb486526c321e401c" Type="http://schemas.openxmlformats.org/officeDocument/2006/relationships/slide" Target="slides/slide9.xml"/><Relationship Id="Rb5b0fa7f83754af0" Type="http://schemas.openxmlformats.org/officeDocument/2006/relationships/slide" Target="slides/slide100.xml"/><Relationship Id="Rb7a815b64de748eb" Type="http://schemas.openxmlformats.org/officeDocument/2006/relationships/slide" Target="slides/slide65.xml"/><Relationship Id="Rbc1c3ed3f3af4fee" Type="http://schemas.openxmlformats.org/officeDocument/2006/relationships/slide" Target="slides/slide27.xml"/><Relationship Id="Rbec64a97babe447d" Type="http://schemas.openxmlformats.org/officeDocument/2006/relationships/slide" Target="slides/slide33.xml"/><Relationship Id="Rbed1e5a6e4a34612" Type="http://schemas.openxmlformats.org/officeDocument/2006/relationships/slide" Target="slides/slide76.xml"/><Relationship Id="Rc1a09bb608c44542" Type="http://schemas.openxmlformats.org/officeDocument/2006/relationships/slide" Target="slides/slide119.xml"/><Relationship Id="Rc23f830267da4103" Type="http://schemas.openxmlformats.org/officeDocument/2006/relationships/slide" Target="slides/slide34.xml"/><Relationship Id="Rc4d798bad47049cb" Type="http://schemas.openxmlformats.org/officeDocument/2006/relationships/slide" Target="slides/slide6.xml"/><Relationship Id="Rc5b6da17567949f1" Type="http://schemas.openxmlformats.org/officeDocument/2006/relationships/slide" Target="slides/slide20.xml"/><Relationship Id="Rc5bf0635d1ba4dc4" Type="http://schemas.openxmlformats.org/officeDocument/2006/relationships/slide" Target="slides/slide78.xml"/><Relationship Id="Rc66985b061ca4360" Type="http://schemas.openxmlformats.org/officeDocument/2006/relationships/slide" Target="slides/slide88.xml"/><Relationship Id="Rc7863035e31749f1" Type="http://schemas.openxmlformats.org/officeDocument/2006/relationships/slide" Target="slides/slide138.xml"/><Relationship Id="Rc802756a572e4074" Type="http://schemas.openxmlformats.org/officeDocument/2006/relationships/slide" Target="slides/slide47.xml"/><Relationship Id="Rc805c097284e49e5" Type="http://schemas.openxmlformats.org/officeDocument/2006/relationships/slide" Target="slides/slide45.xml"/><Relationship Id="Rcbbe0596a2c34424" Type="http://schemas.openxmlformats.org/officeDocument/2006/relationships/slide" Target="slides/slide92.xml"/><Relationship Id="Rcc6250cfa8bc4b24" Type="http://schemas.openxmlformats.org/officeDocument/2006/relationships/slide" Target="slides/slide28.xml"/><Relationship Id="Rd0fe4cadbd8d493c" Type="http://schemas.openxmlformats.org/officeDocument/2006/relationships/slide" Target="slides/slide123.xml"/><Relationship Id="Rd28038f928a3425c" Type="http://schemas.openxmlformats.org/officeDocument/2006/relationships/slide" Target="slides/slide48.xml"/><Relationship Id="Rd5f1e149247a4407" Type="http://schemas.openxmlformats.org/officeDocument/2006/relationships/slide" Target="slides/slide54.xml"/><Relationship Id="Rd60a834b36084eaa" Type="http://schemas.openxmlformats.org/officeDocument/2006/relationships/slide" Target="slides/slide94.xml"/><Relationship Id="Rd8d4d7b60c6f409a" Type="http://schemas.openxmlformats.org/officeDocument/2006/relationships/slide" Target="slides/slide73.xml"/><Relationship Id="Rdbf3c62da098422a" Type="http://schemas.openxmlformats.org/officeDocument/2006/relationships/slide" Target="slides/slide22.xml"/><Relationship Id="Re3b90094e54a4622" Type="http://schemas.openxmlformats.org/officeDocument/2006/relationships/slide" Target="slides/slide35.xml"/><Relationship Id="Re45b627e27594eed" Type="http://schemas.openxmlformats.org/officeDocument/2006/relationships/slide" Target="slides/slide141.xml"/><Relationship Id="Re56a7a7dbae141ab" Type="http://schemas.openxmlformats.org/officeDocument/2006/relationships/slide" Target="slides/slide129.xml"/><Relationship Id="Re73490be049647e9" Type="http://schemas.openxmlformats.org/officeDocument/2006/relationships/slide" Target="slides/slide71.xml"/><Relationship Id="Re81e26569ddd4b11" Type="http://schemas.openxmlformats.org/officeDocument/2006/relationships/slide" Target="slides/slide108.xml"/><Relationship Id="Re8a119e7282b4b0c" Type="http://schemas.openxmlformats.org/officeDocument/2006/relationships/slide" Target="slides/slide86.xml"/><Relationship Id="Reb41c4cdae314fe3" Type="http://schemas.openxmlformats.org/officeDocument/2006/relationships/slide" Target="slides/slide30.xml"/><Relationship Id="Red0ffea2c8c342ca" Type="http://schemas.openxmlformats.org/officeDocument/2006/relationships/slide" Target="slides/slide140.xml"/><Relationship Id="Red6bd6f7fdd644fa" Type="http://schemas.openxmlformats.org/officeDocument/2006/relationships/slide" Target="slides/slide81.xml"/><Relationship Id="Ref6a5b75a7954d73" Type="http://schemas.openxmlformats.org/officeDocument/2006/relationships/slide" Target="slides/slide98.xml"/><Relationship Id="Rf0c0787cd73b4996" Type="http://schemas.openxmlformats.org/officeDocument/2006/relationships/slide" Target="slides/slide84.xml"/><Relationship Id="Rf1bc66a254534564" Type="http://schemas.openxmlformats.org/officeDocument/2006/relationships/slide" Target="slides/slide19.xml"/><Relationship Id="Rf2a96d113ef84ef0" Type="http://schemas.openxmlformats.org/officeDocument/2006/relationships/slide" Target="slides/slide105.xml"/><Relationship Id="Rf53d712db4604f06" Type="http://schemas.openxmlformats.org/officeDocument/2006/relationships/slide" Target="slides/slide89.xml"/><Relationship Id="Rf9145f0393954c9f" Type="http://schemas.openxmlformats.org/officeDocument/2006/relationships/slide" Target="slides/slide25.xml"/><Relationship Id="Rf95d6c516b644b83" Type="http://schemas.openxmlformats.org/officeDocument/2006/relationships/slide" Target="slides/slide3.xml"/><Relationship Id="Rfb9932db8b074608" Type="http://schemas.openxmlformats.org/officeDocument/2006/relationships/slide" Target="slides/slide15.xml"/><Relationship Id="Rfc270031fdfe4277"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1ecd6c2770e34dc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5f08322961e4b7f" Type="http://schemas.openxmlformats.org/officeDocument/2006/relationships/notesMaster" Target="../notesMasters/notesMaster1.xml"/><Relationship Id="R8890a29bad11451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2fce1b0552bb437f" Type="http://schemas.openxmlformats.org/officeDocument/2006/relationships/slide" Target="../slides/slide2.xml"/><Relationship Id="Rd47491d93e6c4ea9"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88a52fa795624662" Type="http://schemas.openxmlformats.org/officeDocument/2006/relationships/slide" Target="../slides/slide3.xml"/><Relationship Id="R8e9bb4579ef34d03"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f5e78f0967f47de" Type="http://schemas.openxmlformats.org/officeDocument/2006/relationships/slide" Target="../slides/slide4.xml"/><Relationship Id="R557d3f37ad55414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103feea4f19e45d6" Type="http://schemas.openxmlformats.org/officeDocument/2006/relationships/slide" Target="../slides/slide5.xml"/><Relationship Id="R4a1f1fdf580a4cd4"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8007407d51044c18" Type="http://schemas.openxmlformats.org/officeDocument/2006/relationships/slide" Target="../slides/slide6.xml"/><Relationship Id="R8ca9b2d9a074473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c587d886a1bd4d67" Type="http://schemas.openxmlformats.org/officeDocument/2006/relationships/notesMaster" Target="../notesMasters/notesMaster1.xml"/><Relationship Id="Rcace96752a114314"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a767b4f562a3461e" Type="http://schemas.openxmlformats.org/officeDocument/2006/relationships/slide" Target="../slides/slide8.xml"/><Relationship Id="Rc7410f92c26541a9"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1aca2b6e3fcb435c" Type="http://schemas.openxmlformats.org/officeDocument/2006/relationships/slide" Target="../slides/slide9.xml"/><Relationship Id="R83bc4c97d27f4030"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495ba359e68a4463" Type="http://schemas.openxmlformats.org/officeDocument/2006/relationships/notesMaster" Target="../notesMasters/notesMaster1.xml"/><Relationship Id="Rab92fa842d934c1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a9a2600290124869" Type="http://schemas.openxmlformats.org/officeDocument/2006/relationships/notesMaster" Target="../notesMasters/notesMaster1.xml"/><Relationship Id="Rb8bd27e6b05943d7"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40bb0e87ac67494e" Type="http://schemas.openxmlformats.org/officeDocument/2006/relationships/notesMaster" Target="../notesMasters/notesMaster1.xml"/><Relationship Id="Rd9ccec517fba4675"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df2d2fa075f84594" Type="http://schemas.openxmlformats.org/officeDocument/2006/relationships/notesMaster" Target="../notesMasters/notesMaster1.xml"/><Relationship Id="Rfb84bab80b3248d5"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4190969a44df4244" Type="http://schemas.openxmlformats.org/officeDocument/2006/relationships/notesMaster" Target="../notesMasters/notesMaster1.xml"/><Relationship Id="R63ee080a26124163"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2c743142f16f4c8c" Type="http://schemas.openxmlformats.org/officeDocument/2006/relationships/notesMaster" Target="../notesMasters/notesMaster1.xml"/><Relationship Id="R9eae80feb4de47fc"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5200d0a8a7a642aa" Type="http://schemas.openxmlformats.org/officeDocument/2006/relationships/notesMaster" Target="../notesMasters/notesMaster1.xml"/><Relationship Id="Re2a9866c224d46be"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22a60700593a4a67" Type="http://schemas.openxmlformats.org/officeDocument/2006/relationships/slide" Target="../slides/slide17.xml"/><Relationship Id="Re2939d0df07d4dc6"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9d63fe2013347fb" Type="http://schemas.openxmlformats.org/officeDocument/2006/relationships/slide" Target="../slides/slide18.xml"/><Relationship Id="Rdc0ae20e3fac4069"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6ca42b83b9aa4d16" Type="http://schemas.openxmlformats.org/officeDocument/2006/relationships/slide" Target="../slides/slide19.xml"/><Relationship Id="R87fd5aab005a4da5"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4e92bb575f40402b" Type="http://schemas.openxmlformats.org/officeDocument/2006/relationships/notesMaster" Target="../notesMasters/notesMaster1.xml"/><Relationship Id="Raafbb15972e04f1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7ad68a5d3bc0464e" Type="http://schemas.openxmlformats.org/officeDocument/2006/relationships/notesMaster" Target="../notesMasters/notesMaster1.xml"/><Relationship Id="Rfb4f208038054b6c"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2ee89767095242b6" Type="http://schemas.openxmlformats.org/officeDocument/2006/relationships/slide" Target="../slides/slide22.xml"/><Relationship Id="Rf07e9c777ee44719"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2726c6aece394375" Type="http://schemas.openxmlformats.org/officeDocument/2006/relationships/notesMaster" Target="../notesMasters/notesMaster1.xml"/><Relationship Id="Rdb4a61bbe77a466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70f9682e5f954608" Type="http://schemas.openxmlformats.org/officeDocument/2006/relationships/notesMaster" Target="../notesMasters/notesMaster1.xml"/><Relationship Id="Rc22f5dacd8ce49df"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3ec0db4b97944905" Type="http://schemas.openxmlformats.org/officeDocument/2006/relationships/slide" Target="../slides/slide25.xml"/><Relationship Id="Ree8ef641579d480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6bdaa359093e4ce7" Type="http://schemas.openxmlformats.org/officeDocument/2006/relationships/slide" Target="../slides/slide26.xml"/><Relationship Id="Rf1a6bec4af4a427b"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2a8c12f4dda04334" Type="http://schemas.openxmlformats.org/officeDocument/2006/relationships/slide" Target="../slides/slide27.xml"/><Relationship Id="Rbc56f50744fb40a6"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d5f2d9e2c83546f8" Type="http://schemas.openxmlformats.org/officeDocument/2006/relationships/notesMaster" Target="../notesMasters/notesMaster1.xml"/><Relationship Id="Rfbe8ad8e9d31438a"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0ce7232e8ad4416d" Type="http://schemas.openxmlformats.org/officeDocument/2006/relationships/notesMaster" Target="../notesMasters/notesMaster1.xml"/><Relationship Id="R72cf7b247ba243db"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95d1c829aa1b46ed" Type="http://schemas.openxmlformats.org/officeDocument/2006/relationships/slide" Target="../slides/slide30.xml"/><Relationship Id="Ra79b45a862d7425f"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3f378c16e06d4f28" Type="http://schemas.openxmlformats.org/officeDocument/2006/relationships/slide" Target="../slides/slide31.xml"/><Relationship Id="R75074c8e492c48b3"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1576d0b0575b42b6" Type="http://schemas.openxmlformats.org/officeDocument/2006/relationships/notesMaster" Target="../notesMasters/notesMaster1.xml"/><Relationship Id="Rd381965f618a456f"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03011d60f22f4018" Type="http://schemas.openxmlformats.org/officeDocument/2006/relationships/notesMaster" Target="../notesMasters/notesMaster1.xml"/><Relationship Id="Rb7529d879421451f"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09cc9337a5c94bbe" Type="http://schemas.openxmlformats.org/officeDocument/2006/relationships/slide" Target="../slides/slide34.xml"/><Relationship Id="Rfa0a66061b4f4bdf"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1dadfca76e344cca" Type="http://schemas.openxmlformats.org/officeDocument/2006/relationships/notesMaster" Target="../notesMasters/notesMaster1.xml"/><Relationship Id="Re181fdba630049ea"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615f7230c3c14a80" Type="http://schemas.openxmlformats.org/officeDocument/2006/relationships/slide" Target="../slides/slide36.xml"/><Relationship Id="R9a984b4f7fe941c7"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2db3387fb7b7493a" Type="http://schemas.openxmlformats.org/officeDocument/2006/relationships/notesMaster" Target="../notesMasters/notesMaster1.xml"/><Relationship Id="Rc576e7513f954fea"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958e0e6e00c349cb" Type="http://schemas.openxmlformats.org/officeDocument/2006/relationships/slide" Target="../slides/slide38.xml"/><Relationship Id="Rfbdc3e51521a419c"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1088d84fa2d84d13" Type="http://schemas.openxmlformats.org/officeDocument/2006/relationships/slide" Target="../slides/slide39.xml"/><Relationship Id="R9d69f15ccdd64c5b"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31a5ce140f6241ce" Type="http://schemas.openxmlformats.org/officeDocument/2006/relationships/slide" Target="../slides/slide40.xml"/><Relationship Id="Rac2d901cc73d43e8"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0acd64a0a4bd4474" Type="http://schemas.openxmlformats.org/officeDocument/2006/relationships/slide" Target="../slides/slide41.xml"/><Relationship Id="R7968b53943a94acf"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0e8597b7cf774670" Type="http://schemas.openxmlformats.org/officeDocument/2006/relationships/slide" Target="../slides/slide42.xml"/><Relationship Id="R368a42ed65a44576"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3002ed28cd5a4907" Type="http://schemas.openxmlformats.org/officeDocument/2006/relationships/notesMaster" Target="../notesMasters/notesMaster1.xml"/><Relationship Id="Rcb4a16196e12476e"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1d3fcb9950934895" Type="http://schemas.openxmlformats.org/officeDocument/2006/relationships/notesMaster" Target="../notesMasters/notesMaster1.xml"/><Relationship Id="Rb296a2c265ea40bf"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dc81079798bd4c54" Type="http://schemas.openxmlformats.org/officeDocument/2006/relationships/notesMaster" Target="../notesMasters/notesMaster1.xml"/><Relationship Id="Re410b7d9c6d0463e"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6bfcb9e76ebc428f" Type="http://schemas.openxmlformats.org/officeDocument/2006/relationships/slide" Target="../slides/slide46.xml"/><Relationship Id="R911943a272384a0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130f400c8244f3b" Type="http://schemas.openxmlformats.org/officeDocument/2006/relationships/slide" Target="../slides/slide47.xml"/><Relationship Id="R9a843c7b47754110"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2c63ba191bd148ce" Type="http://schemas.openxmlformats.org/officeDocument/2006/relationships/notesMaster" Target="../notesMasters/notesMaster1.xml"/><Relationship Id="Rf965c6b1533b46a0"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003a2a23e7ab4cd9" Type="http://schemas.openxmlformats.org/officeDocument/2006/relationships/notesMaster" Target="../notesMasters/notesMaster1.xml"/><Relationship Id="R20c8782be195482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3ae36be7ffdb47e4" Type="http://schemas.openxmlformats.org/officeDocument/2006/relationships/notesMaster" Target="../notesMasters/notesMaster1.xml"/><Relationship Id="R9083ca27cd7f496a"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999e3b797e3749fe" Type="http://schemas.openxmlformats.org/officeDocument/2006/relationships/notesMaster" Target="../notesMasters/notesMaster1.xml"/><Relationship Id="Ra2137cedad9c4f35"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5846af71abc941a3" Type="http://schemas.openxmlformats.org/officeDocument/2006/relationships/slide" Target="../slides/slide52.xml"/><Relationship Id="R8b8cb550094540f5"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8996e2127d1f4919" Type="http://schemas.openxmlformats.org/officeDocument/2006/relationships/notesMaster" Target="../notesMasters/notesMaster1.xml"/><Relationship Id="R95c60dad7ab14a33"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51bfb01bb7ca4871" Type="http://schemas.openxmlformats.org/officeDocument/2006/relationships/notesMaster" Target="../notesMasters/notesMaster1.xml"/><Relationship Id="Rb829a341a8d5424f"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6715ba74b6cf4854" Type="http://schemas.openxmlformats.org/officeDocument/2006/relationships/notesMaster" Target="../notesMasters/notesMaster1.xml"/><Relationship Id="Rca17fe9ab8274630"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83f38d12c1aa43a4" Type="http://schemas.openxmlformats.org/officeDocument/2006/relationships/notesMaster" Target="../notesMasters/notesMaster1.xml"/><Relationship Id="R87ce6f0dddc54a46"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74e9cbdfbe6a428f" Type="http://schemas.openxmlformats.org/officeDocument/2006/relationships/notesMaster" Target="../notesMasters/notesMaster1.xml"/><Relationship Id="Rc4e176ade35f4a4e"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452413588c0e4585" Type="http://schemas.openxmlformats.org/officeDocument/2006/relationships/notesMaster" Target="../notesMasters/notesMaster1.xml"/><Relationship Id="R53b9b6ba46a0476b"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426860751df44e09" Type="http://schemas.openxmlformats.org/officeDocument/2006/relationships/slide" Target="../slides/slide59.xml"/><Relationship Id="R6629eff7a3e748df"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95c6fe08813a4658" Type="http://schemas.openxmlformats.org/officeDocument/2006/relationships/notesMaster" Target="../notesMasters/notesMaster1.xml"/><Relationship Id="Ra553c7b6e9314bde"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289b616262894241" Type="http://schemas.openxmlformats.org/officeDocument/2006/relationships/slide" Target="../slides/slide61.xml"/><Relationship Id="R6244a66d7da74438"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0d89fe0410904d83" Type="http://schemas.openxmlformats.org/officeDocument/2006/relationships/slide" Target="../slides/slide62.xml"/><Relationship Id="Rad831f195e7749e7"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3e407e7af5ff4ff7" Type="http://schemas.openxmlformats.org/officeDocument/2006/relationships/slide" Target="../slides/slide63.xml"/><Relationship Id="R3e74c2efc7454138"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ac415c149dd7494b" Type="http://schemas.openxmlformats.org/officeDocument/2006/relationships/notesMaster" Target="../notesMasters/notesMaster1.xml"/><Relationship Id="Re8675b8e34b340fb"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7b76fae56c654d58" Type="http://schemas.openxmlformats.org/officeDocument/2006/relationships/slide" Target="../slides/slide65.xml"/><Relationship Id="R881ec6c9f5f940df"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35e007da04a34bba" Type="http://schemas.openxmlformats.org/officeDocument/2006/relationships/notesMaster" Target="../notesMasters/notesMaster1.xml"/><Relationship Id="R430b426e2f1e420b"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6e2f9197ef3e4c2f" Type="http://schemas.openxmlformats.org/officeDocument/2006/relationships/slide" Target="../slides/slide67.xml"/><Relationship Id="Rbd2a596bd615401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2d23c35996c34d20" Type="http://schemas.openxmlformats.org/officeDocument/2006/relationships/slide" Target="../slides/slide68.xml"/><Relationship Id="Re20e807294924b88"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5c2d45e52c634d9d" Type="http://schemas.openxmlformats.org/officeDocument/2006/relationships/slide" Target="../slides/slide69.xml"/><Relationship Id="R9f3115aa07254b15"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7b779a4e3d344651" Type="http://schemas.openxmlformats.org/officeDocument/2006/relationships/notesMaster" Target="../notesMasters/notesMaster1.xml"/><Relationship Id="Rd32baced494348f4"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0b13d7abe8ea4c22" Type="http://schemas.openxmlformats.org/officeDocument/2006/relationships/notesMaster" Target="../notesMasters/notesMaster1.xml"/><Relationship Id="R2829835e91fe480d"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145a1a0262e34b11" Type="http://schemas.openxmlformats.org/officeDocument/2006/relationships/slide" Target="../slides/slide72.xml"/><Relationship Id="R4baa9051b8594586"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d93b4598dc9a4568" Type="http://schemas.openxmlformats.org/officeDocument/2006/relationships/notesMaster" Target="../notesMasters/notesMaster1.xml"/><Relationship Id="Re74758b3cab346d4"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05aed818310e4390" Type="http://schemas.openxmlformats.org/officeDocument/2006/relationships/slide" Target="../slides/slide74.xml"/><Relationship Id="R41144a1a7ca045ec"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83ffd32f35654d3c" Type="http://schemas.openxmlformats.org/officeDocument/2006/relationships/notesMaster" Target="../notesMasters/notesMaster1.xml"/><Relationship Id="R982c782b80314be4"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7c6f466acb6b45e3" Type="http://schemas.openxmlformats.org/officeDocument/2006/relationships/notesMaster" Target="../notesMasters/notesMaster1.xml"/><Relationship Id="Rde7ef224c6114c66"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9e5288b7f709452e" Type="http://schemas.openxmlformats.org/officeDocument/2006/relationships/notesMaster" Target="../notesMasters/notesMaster1.xml"/><Relationship Id="Rbf86288ff8c1498e"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5f323d2cb17f414d" Type="http://schemas.openxmlformats.org/officeDocument/2006/relationships/notesMaster" Target="../notesMasters/notesMaster1.xml"/><Relationship Id="Rc636157b0ff44db4"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502fc083184649c3" Type="http://schemas.openxmlformats.org/officeDocument/2006/relationships/slide" Target="../slides/slide79.xml"/><Relationship Id="R9ee33b75cb334f29"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1e7ccf99ce834ce0" Type="http://schemas.openxmlformats.org/officeDocument/2006/relationships/notesMaster" Target="../notesMasters/notesMaster1.xml"/><Relationship Id="R4ecd96930fda4269"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4b9a862dfd1844ae" Type="http://schemas.openxmlformats.org/officeDocument/2006/relationships/notesMaster" Target="../notesMasters/notesMaster1.xml"/><Relationship Id="Rbdd28c934f2049de"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584206f30b9241c9" Type="http://schemas.openxmlformats.org/officeDocument/2006/relationships/slide" Target="../slides/slide82.xml"/><Relationship Id="R9a13e5d9e93747b3"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45ea6726932e465c" Type="http://schemas.openxmlformats.org/officeDocument/2006/relationships/notesMaster" Target="../notesMasters/notesMaster1.xml"/><Relationship Id="Rc1850d183a784996"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cb3e34540d244b55" Type="http://schemas.openxmlformats.org/officeDocument/2006/relationships/slide" Target="../slides/slide84.xml"/><Relationship Id="Rd361c6386f09479a"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cca525679dbc4a7a" Type="http://schemas.openxmlformats.org/officeDocument/2006/relationships/notesMaster" Target="../notesMasters/notesMaster1.xml"/><Relationship Id="Re181cc10a2f643cc"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67c377a329524e58" Type="http://schemas.openxmlformats.org/officeDocument/2006/relationships/notesMaster" Target="../notesMasters/notesMaster1.xml"/><Relationship Id="Re38e3ef911114c7a"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60fbac87a0304483" Type="http://schemas.openxmlformats.org/officeDocument/2006/relationships/notesMaster" Target="../notesMasters/notesMaster1.xml"/><Relationship Id="R870dc943e2d3452f"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2a5d5c31b0cb47ff" Type="http://schemas.openxmlformats.org/officeDocument/2006/relationships/notesMaster" Target="../notesMasters/notesMaster1.xml"/><Relationship Id="R3bc673efd5864d6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158d2adaf7094038" Type="http://schemas.openxmlformats.org/officeDocument/2006/relationships/notesMaster" Target="../notesMasters/notesMaster1.xml"/><Relationship Id="Rcf596e4658744224"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920c879d7dd44010" Type="http://schemas.openxmlformats.org/officeDocument/2006/relationships/slide" Target="../slides/slide90.xml"/><Relationship Id="Rf3b7a6f521f749c7"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bbe5a82080f14f34" Type="http://schemas.openxmlformats.org/officeDocument/2006/relationships/slide" Target="../slides/slide91.xml"/><Relationship Id="Rc8a6b6dbc92d4a4c"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14f1da8b51b04da4" Type="http://schemas.openxmlformats.org/officeDocument/2006/relationships/slide" Target="../slides/slide92.xml"/><Relationship Id="R90eb4ddcba554e97"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782160d134b4074" Type="http://schemas.openxmlformats.org/officeDocument/2006/relationships/slide" Target="../slides/slide93.xml"/><Relationship Id="Rec0a9c0d535c49ca"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8194367243bf4f50" Type="http://schemas.openxmlformats.org/officeDocument/2006/relationships/notesMaster" Target="../notesMasters/notesMaster1.xml"/><Relationship Id="Rdbfefb9275c249dd"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7b133fb33c4d498b" Type="http://schemas.openxmlformats.org/officeDocument/2006/relationships/slide" Target="../slides/slide95.xml"/><Relationship Id="Rac8041a68dfa4322"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b7678d219cf04d77" Type="http://schemas.openxmlformats.org/officeDocument/2006/relationships/notesMaster" Target="../notesMasters/notesMaster1.xml"/><Relationship Id="Rda9e57d2a1f44598"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952ce3cb280f4988" Type="http://schemas.openxmlformats.org/officeDocument/2006/relationships/notesMaster" Target="../notesMasters/notesMaster1.xml"/><Relationship Id="R9737dbd4576a40b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847c6f890ad44041" Type="http://schemas.openxmlformats.org/officeDocument/2006/relationships/slide" Target="../slides/slide98.xml"/><Relationship Id="Re35c90c750ae482f"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4423a224625c43b3" Type="http://schemas.openxmlformats.org/officeDocument/2006/relationships/notesMaster" Target="../notesMasters/notesMaster1.xml"/><Relationship Id="R8ff420af7c8c45fa"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07212836e14f4f97" Type="http://schemas.openxmlformats.org/officeDocument/2006/relationships/slide" Target="../slides/slide100.xml"/><Relationship Id="Re781295a060f44ba"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b3ac23005f104c47" Type="http://schemas.openxmlformats.org/officeDocument/2006/relationships/notesMaster" Target="../notesMasters/notesMaster1.xml"/><Relationship Id="Re0be9e6c314e48ae"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1625964bce4e4ca4" Type="http://schemas.openxmlformats.org/officeDocument/2006/relationships/notesMaster" Target="../notesMasters/notesMaster1.xml"/><Relationship Id="Rb52009f9b6fd4e7f"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c38138a1e2b24c2d" Type="http://schemas.openxmlformats.org/officeDocument/2006/relationships/notesMaster" Target="../notesMasters/notesMaster1.xml"/><Relationship Id="Rdf7eca6e86054ada"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21b28e1bea2a4a0d" Type="http://schemas.openxmlformats.org/officeDocument/2006/relationships/slide" Target="../slides/slide104.xml"/><Relationship Id="R9ef71c5d54774eb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29a79867fc284568" Type="http://schemas.openxmlformats.org/officeDocument/2006/relationships/notesMaster" Target="../notesMasters/notesMaster1.xml"/><Relationship Id="R5d2a6ca1bd364b2c"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1cc14a293fb743e5" Type="http://schemas.openxmlformats.org/officeDocument/2006/relationships/slide" Target="../slides/slide106.xml"/><Relationship Id="R56c8abd9b70b4082"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89d375dace5b4e85" Type="http://schemas.openxmlformats.org/officeDocument/2006/relationships/slide" Target="../slides/slide107.xml"/><Relationship Id="Rb96f7e6f8b2b45a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0195c8796a6c4420" Type="http://schemas.openxmlformats.org/officeDocument/2006/relationships/slide" Target="../slides/slide108.xml"/><Relationship Id="R80fb3b589b7447da"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03e29fc77e464076" Type="http://schemas.openxmlformats.org/officeDocument/2006/relationships/slide" Target="../slides/slide109.xml"/><Relationship Id="R40fd966acd164c0e"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10baa598fb714ef8" Type="http://schemas.openxmlformats.org/officeDocument/2006/relationships/notesMaster" Target="../notesMasters/notesMaster1.xml"/><Relationship Id="Rfb0c831d4a364810"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a7f78e193cc34f48" Type="http://schemas.openxmlformats.org/officeDocument/2006/relationships/slide" Target="../slides/slide111.xml"/><Relationship Id="Rf5673f821a524205"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1e80a0c99aeb46cc" Type="http://schemas.openxmlformats.org/officeDocument/2006/relationships/notesMaster" Target="../notesMasters/notesMaster1.xml"/><Relationship Id="R737e1254adbe414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49de785bfc074b15" Type="http://schemas.openxmlformats.org/officeDocument/2006/relationships/slide" Target="../slides/slide113.xml"/><Relationship Id="Reccf0e53c48c4eba"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047e653b3f164b54" Type="http://schemas.openxmlformats.org/officeDocument/2006/relationships/notesMaster" Target="../notesMasters/notesMaster1.xml"/><Relationship Id="R47acd1d6e7de4d8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0b0cc0bdfd12479a" Type="http://schemas.openxmlformats.org/officeDocument/2006/relationships/notesMaster" Target="../notesMasters/notesMaster1.xml"/><Relationship Id="Rabfe716bc64e4298"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228275686c054723" Type="http://schemas.openxmlformats.org/officeDocument/2006/relationships/notesMaster" Target="../notesMasters/notesMaster1.xml"/><Relationship Id="R5c626f9ed19f48e0"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063d8b0fb0954991" Type="http://schemas.openxmlformats.org/officeDocument/2006/relationships/notesMaster" Target="../notesMasters/notesMaster1.xml"/><Relationship Id="R34f748faf59d4cbe"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1c8dbc03218944a8" Type="http://schemas.openxmlformats.org/officeDocument/2006/relationships/notesMaster" Target="../notesMasters/notesMaster1.xml"/><Relationship Id="R78972cd188b7493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70116c3371b94808" Type="http://schemas.openxmlformats.org/officeDocument/2006/relationships/slide" Target="../slides/slide119.xml"/><Relationship Id="Rf744b64202714735"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43e71fc121b941e5" Type="http://schemas.openxmlformats.org/officeDocument/2006/relationships/slide" Target="../slides/slide120.xml"/><Relationship Id="Rc5ee9edaaa5a4626"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93d2804a02074500" Type="http://schemas.openxmlformats.org/officeDocument/2006/relationships/slide" Target="../slides/slide121.xml"/><Relationship Id="Rbc89fca78e8b42b0"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7981dc07c5834016" Type="http://schemas.openxmlformats.org/officeDocument/2006/relationships/slide" Target="../slides/slide122.xml"/><Relationship Id="R94227a48ee744567"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6de0f7f9f5d94934" Type="http://schemas.openxmlformats.org/officeDocument/2006/relationships/notesMaster" Target="../notesMasters/notesMaster1.xml"/><Relationship Id="Ra120e8cc6b1a4f86"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4c967f1abe1749e3" Type="http://schemas.openxmlformats.org/officeDocument/2006/relationships/notesMaster" Target="../notesMasters/notesMaster1.xml"/><Relationship Id="Rb8cd36048497492a"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b1698c32e4134797" Type="http://schemas.openxmlformats.org/officeDocument/2006/relationships/notesMaster" Target="../notesMasters/notesMaster1.xml"/><Relationship Id="Red6df5c75ec84511"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095379671be64e01" Type="http://schemas.openxmlformats.org/officeDocument/2006/relationships/notesMaster" Target="../notesMasters/notesMaster1.xml"/><Relationship Id="Rd3310e2c81804688"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0412066fdc6b4f65" Type="http://schemas.openxmlformats.org/officeDocument/2006/relationships/notesMaster" Target="../notesMasters/notesMaster1.xml"/><Relationship Id="R85e3b5450d6d4a44"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7554d03ad59d4923" Type="http://schemas.openxmlformats.org/officeDocument/2006/relationships/notesMaster" Target="../notesMasters/notesMaster1.xml"/><Relationship Id="Rfba0045a60334fdb"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2566b5a6cf824335" Type="http://schemas.openxmlformats.org/officeDocument/2006/relationships/notesMaster" Target="../notesMasters/notesMaster1.xml"/><Relationship Id="Rbba0cbba9b7b491e"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2fd7517785474354" Type="http://schemas.openxmlformats.org/officeDocument/2006/relationships/notesMaster" Target="../notesMasters/notesMaster1.xml"/><Relationship Id="Rda61c384e6ba4fe9"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d247633562754471" Type="http://schemas.openxmlformats.org/officeDocument/2006/relationships/slide" Target="../slides/slide131.xml"/><Relationship Id="Rf9542b0ec73643b4"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50d91a2f5c4e467a" Type="http://schemas.openxmlformats.org/officeDocument/2006/relationships/slide" Target="../slides/slide132.xml"/><Relationship Id="Rc4967558691f4a8c"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2bdb8efd3abf4612" Type="http://schemas.openxmlformats.org/officeDocument/2006/relationships/slide" Target="../slides/slide133.xml"/><Relationship Id="Rc73712dd61614026"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2e8bb28794884726" Type="http://schemas.openxmlformats.org/officeDocument/2006/relationships/slide" Target="../slides/slide134.xml"/><Relationship Id="R724fd34c5ae844fb"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17c180c5f48d4d2f" Type="http://schemas.openxmlformats.org/officeDocument/2006/relationships/notesMaster" Target="../notesMasters/notesMaster1.xml"/><Relationship Id="R5909b2de8f17407c"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329115ee9f4a4821" Type="http://schemas.openxmlformats.org/officeDocument/2006/relationships/notesMaster" Target="../notesMasters/notesMaster1.xml"/><Relationship Id="R9c5b0a17bad5412b"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153a5796857a4ff5" Type="http://schemas.openxmlformats.org/officeDocument/2006/relationships/slide" Target="../slides/slide137.xml"/><Relationship Id="R258062c6eaa6431e"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76b073f5682044bb" Type="http://schemas.openxmlformats.org/officeDocument/2006/relationships/notesMaster" Target="../notesMasters/notesMaster1.xml"/><Relationship Id="Re4dfd09195074291"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b16168eead9a4589" Type="http://schemas.openxmlformats.org/officeDocument/2006/relationships/notesMaster" Target="../notesMasters/notesMaster1.xml"/><Relationship Id="Re2fb11e8764a422a"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88e35f8020f240b6" Type="http://schemas.openxmlformats.org/officeDocument/2006/relationships/notesMaster" Target="../notesMasters/notesMaster1.xml"/><Relationship Id="Rff87f678ba474b79"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3193c11f77644308" Type="http://schemas.openxmlformats.org/officeDocument/2006/relationships/notesMaster" Target="../notesMasters/notesMaster1.xml"/><Relationship Id="Rf4a43073093d46f0"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0b8136d021f94e95" Type="http://schemas.openxmlformats.org/officeDocument/2006/relationships/notesMaster" Target="../notesMasters/notesMaster1.xml"/><Relationship Id="Ra16c1ea1601446ac" Type="http://schemas.openxmlformats.org/officeDocument/2006/relationships/slide" Target="../slides/slide14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59b7bbd60a64202"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993a7f219f34215" Type="http://schemas.openxmlformats.org/officeDocument/2006/relationships/slideLayout" Target="../slideLayouts/slideLayout1.xml"/><Relationship Id="Rdbceb9e73efc4ac8"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93a7f219f342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3137fe8652954ee3" Type="http://schemas.openxmlformats.org/officeDocument/2006/relationships/notesSlide" Target="../notesSlides/notesSlide1.xml"/><Relationship Id="R72a476bc54e34aa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657cee42cbca4a1d" Type="http://schemas.openxmlformats.org/officeDocument/2006/relationships/slideLayout" Target="../slideLayouts/slideLayout1.xml"/><Relationship Id="Re385c0b16a75462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2c60c756069545b4" Type="http://schemas.openxmlformats.org/officeDocument/2006/relationships/notesSlide" Target="../notesSlides/notesSlide3.xml"/><Relationship Id="Re999ce9aa047499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00d8d3c4bc784652" Type="http://schemas.openxmlformats.org/officeDocument/2006/relationships/slideLayout" Target="../slideLayouts/slideLayout1.xml"/><Relationship Id="Rfe467499815c449f"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4fcf5005d908443d" Type="http://schemas.openxmlformats.org/officeDocument/2006/relationships/notesSlide" Target="../notesSlides/notesSlide5.xml"/><Relationship Id="Re086b3649fb04d8e"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65ae82995a3f4aca" Type="http://schemas.openxmlformats.org/officeDocument/2006/relationships/notesSlide" Target="../notesSlides/notesSlide6.xml"/><Relationship Id="Re19ef52db2c54f8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6027440839dc4619" Type="http://schemas.openxmlformats.org/officeDocument/2006/relationships/notesSlide" Target="../notesSlides/notesSlide7.xml"/><Relationship Id="R9243a6946d9a4f6b"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0f435cfddc34d69" Type="http://schemas.openxmlformats.org/officeDocument/2006/relationships/notesSlide" Target="../notesSlides/notesSlide8.xml"/><Relationship Id="Rd1a717b18a4c4376"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37176ab3b3c544f9" Type="http://schemas.openxmlformats.org/officeDocument/2006/relationships/notesSlide" Target="../notesSlides/notesSlide9.xml"/><Relationship Id="Ra9b3eb2def714958"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3fd87550e367406e" Type="http://schemas.openxmlformats.org/officeDocument/2006/relationships/notesSlide" Target="../notesSlides/notesSlide10.xml"/><Relationship Id="R6cc80a5bf5bc494f"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03bd46135416450f" Type="http://schemas.openxmlformats.org/officeDocument/2006/relationships/slideLayout" Target="../slideLayouts/slideLayout1.xml"/><Relationship Id="R0af608e56d50469e"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8d39fb076f69400f" Type="http://schemas.openxmlformats.org/officeDocument/2006/relationships/notesSlide" Target="../notesSlides/notesSlide12.xml"/><Relationship Id="Rca8dbb936ef8469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467a81b74e39449b" Type="http://schemas.openxmlformats.org/officeDocument/2006/relationships/notesSlide" Target="../notesSlides/notesSlide13.xml"/><Relationship Id="Rcd4849fa7c50488a"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63a13ef482514b66" Type="http://schemas.openxmlformats.org/officeDocument/2006/relationships/notesSlide" Target="../notesSlides/notesSlide14.xml"/><Relationship Id="Rc6dc41a6b55142a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90523ea5eed54042" Type="http://schemas.openxmlformats.org/officeDocument/2006/relationships/slideLayout" Target="../slideLayouts/slideLayout1.xml"/><Relationship Id="R95f552bf3eac47a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84b0aa03ff194c33" Type="http://schemas.openxmlformats.org/officeDocument/2006/relationships/slideLayout" Target="../slideLayouts/slideLayout1.xml"/><Relationship Id="R98537a3daa944dc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998e8f39220e4df9" Type="http://schemas.openxmlformats.org/officeDocument/2006/relationships/slideLayout" Target="../slideLayouts/slideLayout1.xml"/><Relationship Id="R9fb88a0e8bb742ae"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3f585e0c2e214cf1" Type="http://schemas.openxmlformats.org/officeDocument/2006/relationships/slideLayout" Target="../slideLayouts/slideLayout1.xml"/><Relationship Id="Rad4da676d2314e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9d370ddad117479d" Type="http://schemas.openxmlformats.org/officeDocument/2006/relationships/slideLayout" Target="../slideLayouts/slideLayout1.xml"/><Relationship Id="Rf5bcd358314c468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af8fc9731604867" Type="http://schemas.openxmlformats.org/officeDocument/2006/relationships/slideLayout" Target="../slideLayouts/slideLayout1.xml"/><Relationship Id="Rcf5e41209462443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3cca6da8b70d46ac" Type="http://schemas.openxmlformats.org/officeDocument/2006/relationships/notesSlide" Target="../notesSlides/notesSlide21.xml"/><Relationship Id="Rea8085287ded4a7e"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4d70eafa32cf43b7" Type="http://schemas.openxmlformats.org/officeDocument/2006/relationships/slideLayout" Target="../slideLayouts/slideLayout1.xml"/><Relationship Id="Rfa5c6d7012c24fbb"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03786a5f8fbe4dd5" Type="http://schemas.openxmlformats.org/officeDocument/2006/relationships/notesSlide" Target="../notesSlides/notesSlide23.xml"/><Relationship Id="R1321b00746a54989"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9cf2843915904402" Type="http://schemas.openxmlformats.org/officeDocument/2006/relationships/notesSlide" Target="../notesSlides/notesSlide24.xml"/><Relationship Id="Rf697150955ce4d9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6b6be573969d4893" Type="http://schemas.openxmlformats.org/officeDocument/2006/relationships/notesSlide" Target="../notesSlides/notesSlide25.xml"/><Relationship Id="Re5f6526c7e4844eb"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37e7516dcc9044e2" Type="http://schemas.openxmlformats.org/officeDocument/2006/relationships/slideLayout" Target="../slideLayouts/slideLayout1.xml"/><Relationship Id="Rc03fd1bdd56c44fd"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2b0ad976cd1449ba" Type="http://schemas.openxmlformats.org/officeDocument/2006/relationships/slideLayout" Target="../slideLayouts/slideLayout1.xml"/><Relationship Id="R4ffd1405d84e456a"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add06379593f4fe5" Type="http://schemas.openxmlformats.org/officeDocument/2006/relationships/slideLayout" Target="../slideLayouts/slideLayout1.xml"/><Relationship Id="Rf80e438c8dc74e8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42d27844de5f4752" Type="http://schemas.openxmlformats.org/officeDocument/2006/relationships/slideLayout" Target="../slideLayouts/slideLayout1.xml"/><Relationship Id="R63bafca0a282433b"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5759bf19f70349ec" Type="http://schemas.openxmlformats.org/officeDocument/2006/relationships/slideLayout" Target="../slideLayouts/slideLayout1.xml"/><Relationship Id="R9b294a5af4cc454c"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8bd644e7a28a44b5" Type="http://schemas.openxmlformats.org/officeDocument/2006/relationships/notesSlide" Target="../notesSlides/notesSlide31.xml"/><Relationship Id="R96837b20bd2c4cbe"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145ae01a1e4b45d6" Type="http://schemas.openxmlformats.org/officeDocument/2006/relationships/notesSlide" Target="../notesSlides/notesSlide32.xml"/><Relationship Id="R491e292021b9415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05716464cbbb4cc8" Type="http://schemas.openxmlformats.org/officeDocument/2006/relationships/notesSlide" Target="../notesSlides/notesSlide33.xml"/><Relationship Id="R48f1b3a5092b4295"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463d556849404385" Type="http://schemas.openxmlformats.org/officeDocument/2006/relationships/notesSlide" Target="../notesSlides/notesSlide34.xml"/><Relationship Id="R6130552f9e304c90"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1fef3662496c4daf" Type="http://schemas.openxmlformats.org/officeDocument/2006/relationships/notesSlide" Target="../notesSlides/notesSlide35.xml"/><Relationship Id="R53be95ee644e431c"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933666ad71bd4f68" Type="http://schemas.openxmlformats.org/officeDocument/2006/relationships/slideLayout" Target="../slideLayouts/slideLayout1.xml"/><Relationship Id="Rc9d42df3e85249f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8b28e60e63d646cd" Type="http://schemas.openxmlformats.org/officeDocument/2006/relationships/notesSlide" Target="../notesSlides/notesSlide37.xml"/><Relationship Id="Re09cd125051a4cd4"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a27f296fe0c94d17" Type="http://schemas.openxmlformats.org/officeDocument/2006/relationships/notesSlide" Target="../notesSlides/notesSlide38.xml"/><Relationship Id="Rc19c24c6442a48ae"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2a543669be5345c4" Type="http://schemas.openxmlformats.org/officeDocument/2006/relationships/notesSlide" Target="../notesSlides/notesSlide39.xml"/><Relationship Id="Rf988dbe208944cd6"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7e08328c5dee4649" Type="http://schemas.openxmlformats.org/officeDocument/2006/relationships/slideLayout" Target="../slideLayouts/slideLayout1.xml"/><Relationship Id="Rb90ec12d95f6483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7e17ca60deaf453d" Type="http://schemas.openxmlformats.org/officeDocument/2006/relationships/slideLayout" Target="../slideLayouts/slideLayout1.xml"/><Relationship Id="Rf34e0185d0bc463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87566ccd927d4276" Type="http://schemas.openxmlformats.org/officeDocument/2006/relationships/slideLayout" Target="../slideLayouts/slideLayout1.xml"/><Relationship Id="R9c1bfdf00bd940df"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1aafdd5b362246f0" Type="http://schemas.openxmlformats.org/officeDocument/2006/relationships/slideLayout" Target="../slideLayouts/slideLayout1.xml"/><Relationship Id="R621c76f78fc0474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81a7b256fb004ee2" Type="http://schemas.openxmlformats.org/officeDocument/2006/relationships/notesSlide" Target="../notesSlides/notesSlide44.xml"/><Relationship Id="Rd46ab7887f484993"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476db9103dc54a39" Type="http://schemas.openxmlformats.org/officeDocument/2006/relationships/slideLayout" Target="../slideLayouts/slideLayout1.xml"/><Relationship Id="Re8ce7cdf0067405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4c00e92973684fca" Type="http://schemas.openxmlformats.org/officeDocument/2006/relationships/notesSlide" Target="../notesSlides/notesSlide46.xml"/><Relationship Id="Ra68a0a06bf7b45bf"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91c3a83dbec7483a" Type="http://schemas.openxmlformats.org/officeDocument/2006/relationships/notesSlide" Target="../notesSlides/notesSlide47.xml"/><Relationship Id="Re9b4df236f894032"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7156dfadba9e45d3" Type="http://schemas.openxmlformats.org/officeDocument/2006/relationships/notesSlide" Target="../notesSlides/notesSlide48.xml"/><Relationship Id="R83a3fdda4eec42d9"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50fe3510faf84dd8" Type="http://schemas.openxmlformats.org/officeDocument/2006/relationships/notesSlide" Target="../notesSlides/notesSlide49.xml"/><Relationship Id="Rfec08e04bec744c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16e920496ae24238" Type="http://schemas.openxmlformats.org/officeDocument/2006/relationships/notesSlide" Target="../notesSlides/notesSlide50.xml"/><Relationship Id="R7fe56848cbea407b"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7d1318bb2d6743f7" Type="http://schemas.openxmlformats.org/officeDocument/2006/relationships/notesSlide" Target="../notesSlides/notesSlide51.xml"/><Relationship Id="R82392bd29757417e"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8e3b49831ea3493f" Type="http://schemas.openxmlformats.org/officeDocument/2006/relationships/slideLayout" Target="../slideLayouts/slideLayout1.xml"/><Relationship Id="Rd0c43b7851384b9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1e6b2a3794fd4bda" Type="http://schemas.openxmlformats.org/officeDocument/2006/relationships/slideLayout" Target="../slideLayouts/slideLayout1.xml"/><Relationship Id="Rc34d5da0338a4b7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04cb49bc01e7488c" Type="http://schemas.openxmlformats.org/officeDocument/2006/relationships/slideLayout" Target="../slideLayouts/slideLayout1.xml"/><Relationship Id="R63f379725447470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9892152319ab4a60" Type="http://schemas.openxmlformats.org/officeDocument/2006/relationships/notesSlide" Target="../notesSlides/notesSlide55.xml"/><Relationship Id="Rae5f8a2841c246d2"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03d1bdcf7cf84c0c" Type="http://schemas.openxmlformats.org/officeDocument/2006/relationships/notesSlide" Target="../notesSlides/notesSlide56.xml"/><Relationship Id="R39f8123ea9ff44c3"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22ed9f1595744532" Type="http://schemas.openxmlformats.org/officeDocument/2006/relationships/slideLayout" Target="../slideLayouts/slideLayout1.xml"/><Relationship Id="Rab4b3c42f1f34cf8"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7f45018e424f4b91" Type="http://schemas.openxmlformats.org/officeDocument/2006/relationships/notesSlide" Target="../notesSlides/notesSlide58.xml"/><Relationship Id="Rdec3ff4676fb46fc"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9cc9c218b2bc47a0" Type="http://schemas.openxmlformats.org/officeDocument/2006/relationships/slideLayout" Target="../slideLayouts/slideLayout1.xml"/><Relationship Id="Rfe5ab3f2f9134681"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09f6fc3d9a1f4761" Type="http://schemas.openxmlformats.org/officeDocument/2006/relationships/slideLayout" Target="../slideLayouts/slideLayout1.xml"/><Relationship Id="R790f34ee002f4b70"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5d7fad1fb5514026" Type="http://schemas.openxmlformats.org/officeDocument/2006/relationships/slideLayout" Target="../slideLayouts/slideLayout1.xml"/><Relationship Id="R624ed53c000b4ef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6b5d9db13ec448de" Type="http://schemas.openxmlformats.org/officeDocument/2006/relationships/notesSlide" Target="../notesSlides/notesSlide62.xml"/><Relationship Id="Rc1ebe85396714c88"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98788f38bf114af3" Type="http://schemas.openxmlformats.org/officeDocument/2006/relationships/notesSlide" Target="../notesSlides/notesSlide63.xml"/><Relationship Id="Rba06295ebefc424f"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591d1facac7941ce" Type="http://schemas.openxmlformats.org/officeDocument/2006/relationships/notesSlide" Target="../notesSlides/notesSlide64.xml"/><Relationship Id="Rfab7557118d74fcc"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4bccb0f40f2f44c1" Type="http://schemas.openxmlformats.org/officeDocument/2006/relationships/notesSlide" Target="../notesSlides/notesSlide65.xml"/><Relationship Id="Refbe9f994beb46ea"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376149eae33d4d0e" Type="http://schemas.openxmlformats.org/officeDocument/2006/relationships/slideLayout" Target="../slideLayouts/slideLayout1.xml"/><Relationship Id="R946dc5ab5026435e"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73241fce84dd497b" Type="http://schemas.openxmlformats.org/officeDocument/2006/relationships/slideLayout" Target="../slideLayouts/slideLayout1.xml"/><Relationship Id="R84208b8822c642c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1fa81e66bfed423d" Type="http://schemas.openxmlformats.org/officeDocument/2006/relationships/slideLayout" Target="../slideLayouts/slideLayout1.xml"/><Relationship Id="Rc20ea82b4193497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60352d10063b486e" Type="http://schemas.openxmlformats.org/officeDocument/2006/relationships/notesSlide" Target="../notesSlides/notesSlide69.xml"/><Relationship Id="Rceec06da66344e4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23be26caab0c4d28" Type="http://schemas.openxmlformats.org/officeDocument/2006/relationships/notesSlide" Target="../notesSlides/notesSlide70.xml"/><Relationship Id="R35b99bf0b75a4b63"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5e23d0f7d3d3468c" Type="http://schemas.openxmlformats.org/officeDocument/2006/relationships/slideLayout" Target="../slideLayouts/slideLayout1.xml"/><Relationship Id="Rb4af59e5b9944379"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768aaaebfd19453b" Type="http://schemas.openxmlformats.org/officeDocument/2006/relationships/notesSlide" Target="../notesSlides/notesSlide72.xml"/><Relationship Id="R7a1814e35caf43a7"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76a8079a32084a24" Type="http://schemas.openxmlformats.org/officeDocument/2006/relationships/notesSlide" Target="../notesSlides/notesSlide73.xml"/><Relationship Id="Ra493f2de04f04315"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11b847b8d4734e08" Type="http://schemas.openxmlformats.org/officeDocument/2006/relationships/notesSlide" Target="../notesSlides/notesSlide74.xml"/><Relationship Id="Re98b1310924341a7"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61a1a19877314113" Type="http://schemas.openxmlformats.org/officeDocument/2006/relationships/notesSlide" Target="../notesSlides/notesSlide75.xml"/><Relationship Id="Ra2b9563db9a1480f"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7e4d7a80905343f3" Type="http://schemas.openxmlformats.org/officeDocument/2006/relationships/notesSlide" Target="../notesSlides/notesSlide76.xml"/><Relationship Id="Rb8d4e00d05844f5d"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8728fc62240b4d6d" Type="http://schemas.openxmlformats.org/officeDocument/2006/relationships/notesSlide" Target="../notesSlides/notesSlide77.xml"/><Relationship Id="Rfc6bb38f93044a03"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a3d0ed4e42ab4511" Type="http://schemas.openxmlformats.org/officeDocument/2006/relationships/slideLayout" Target="../slideLayouts/slideLayout1.xml"/><Relationship Id="Red83b5184e7a4946"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eefe04a0cdd14b5b" Type="http://schemas.openxmlformats.org/officeDocument/2006/relationships/slideLayout" Target="../slideLayouts/slideLayout1.xml"/><Relationship Id="Rfb0b838c1b8f4860"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23e641960ec34ec4" Type="http://schemas.openxmlformats.org/officeDocument/2006/relationships/notesSlide" Target="../notesSlides/notesSlide80.xml"/><Relationship Id="Rc4dcb57373fe415d"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20e20033772c4f89" Type="http://schemas.openxmlformats.org/officeDocument/2006/relationships/notesSlide" Target="../notesSlides/notesSlide81.xml"/><Relationship Id="R8cc5b04a6a844417"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7e5d949d562d4f38" Type="http://schemas.openxmlformats.org/officeDocument/2006/relationships/notesSlide" Target="../notesSlides/notesSlide82.xml"/><Relationship Id="Raaef5a406c12482f"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602cd6ecb9d446d6" Type="http://schemas.openxmlformats.org/officeDocument/2006/relationships/slideLayout" Target="../slideLayouts/slideLayout1.xml"/><Relationship Id="Ra77ce03811a8466b"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7c2229e7efc14af4" Type="http://schemas.openxmlformats.org/officeDocument/2006/relationships/slideLayout" Target="../slideLayouts/slideLayout1.xml"/><Relationship Id="Rafe2d677327a4b50"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244cbdf6695a485a" Type="http://schemas.openxmlformats.org/officeDocument/2006/relationships/notesSlide" Target="../notesSlides/notesSlide85.xml"/><Relationship Id="R8321613c7ca8401d"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3364c3363d784046" Type="http://schemas.openxmlformats.org/officeDocument/2006/relationships/notesSlide" Target="../notesSlides/notesSlide86.xml"/><Relationship Id="Rb42c92d9ba214180"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a2d2670f8d4c424c" Type="http://schemas.openxmlformats.org/officeDocument/2006/relationships/notesSlide" Target="../notesSlides/notesSlide87.xml"/><Relationship Id="Rf2419fb957d94434"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07892f59890946bc" Type="http://schemas.openxmlformats.org/officeDocument/2006/relationships/slideLayout" Target="../slideLayouts/slideLayout1.xml"/><Relationship Id="R6fa893e42a664e65"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26d359e8e4ab4f18" Type="http://schemas.openxmlformats.org/officeDocument/2006/relationships/slideLayout" Target="../slideLayouts/slideLayout1.xml"/><Relationship Id="R415efa790b954d05"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4fbaa51605d548ea" Type="http://schemas.openxmlformats.org/officeDocument/2006/relationships/slideLayout" Target="../slideLayouts/slideLayout1.xml"/><Relationship Id="R874cfc8ed9e6486d"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7a6b3136c2144d58" Type="http://schemas.openxmlformats.org/officeDocument/2006/relationships/slideLayout" Target="../slideLayouts/slideLayout1.xml"/><Relationship Id="Ref5f2ddd16cd46fc"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7290d283acbb442d" Type="http://schemas.openxmlformats.org/officeDocument/2006/relationships/notesSlide" Target="../notesSlides/notesSlide92.xml"/><Relationship Id="Rdaafbeafd6654338"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7ed4361060204e5d" Type="http://schemas.openxmlformats.org/officeDocument/2006/relationships/notesSlide" Target="../notesSlides/notesSlide93.xml"/><Relationship Id="Rdc8140c2d4de4e8c"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9fe17e10377443b5" Type="http://schemas.openxmlformats.org/officeDocument/2006/relationships/slideLayout" Target="../slideLayouts/slideLayout1.xml"/><Relationship Id="Ra1d55e7bb178467c"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119e85bd091340ad" Type="http://schemas.openxmlformats.org/officeDocument/2006/relationships/slideLayout" Target="../slideLayouts/slideLayout1.xml"/><Relationship Id="R333dd90469f64d0a"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a4699aaf8085493b" Type="http://schemas.openxmlformats.org/officeDocument/2006/relationships/notesSlide" Target="../notesSlides/notesSlide96.xml"/><Relationship Id="Rc84bc70a89e247c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e908d5caa8134c1e" Type="http://schemas.openxmlformats.org/officeDocument/2006/relationships/notesSlide" Target="../notesSlides/notesSlide97.xml"/><Relationship Id="Rfa28e9248f3e4328"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3f40cbdb0acd4050" Type="http://schemas.openxmlformats.org/officeDocument/2006/relationships/notesSlide" Target="../notesSlides/notesSlide98.xml"/><Relationship Id="R7e949cd33d36486d"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86d65102040846a4" Type="http://schemas.openxmlformats.org/officeDocument/2006/relationships/slideLayout" Target="../slideLayouts/slideLayout1.xml"/><Relationship Id="Rdf4289a70eb0422e"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9837cb0671914dd9" Type="http://schemas.openxmlformats.org/officeDocument/2006/relationships/notesSlide" Target="../notesSlides/notesSlide100.xml"/><Relationship Id="Re7d6b8a2f97d40a9"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5f07454863524816" Type="http://schemas.openxmlformats.org/officeDocument/2006/relationships/slideLayout" Target="../slideLayouts/slideLayout1.xml"/><Relationship Id="R7a99b94816f843bb"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9b7205d5ef0f4257" Type="http://schemas.openxmlformats.org/officeDocument/2006/relationships/notesSlide" Target="../notesSlides/notesSlide102.xml"/><Relationship Id="Rb43e6cee7cd84f79"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65ce398431aa463a" Type="http://schemas.openxmlformats.org/officeDocument/2006/relationships/slideLayout" Target="../slideLayouts/slideLayout1.xml"/><Relationship Id="Re7752cfb3c3443ae"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1bba5700e14840de" Type="http://schemas.openxmlformats.org/officeDocument/2006/relationships/slideLayout" Target="../slideLayouts/slideLayout1.xml"/><Relationship Id="R1ddead0782ba4317"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0debb2d04de34767" Type="http://schemas.openxmlformats.org/officeDocument/2006/relationships/notesSlide" Target="../notesSlides/notesSlide105.xml"/><Relationship Id="R56edf030b5d946c0"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6c2321cf2c594727" Type="http://schemas.openxmlformats.org/officeDocument/2006/relationships/notesSlide" Target="../notesSlides/notesSlide106.xml"/><Relationship Id="Rad236319b79a4b0a"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1d6c8f7db7404d58" Type="http://schemas.openxmlformats.org/officeDocument/2006/relationships/slideLayout" Target="../slideLayouts/slideLayout1.xml"/><Relationship Id="Re42bfdc8984f41ef"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2d08aac5f6e54fe5" Type="http://schemas.openxmlformats.org/officeDocument/2006/relationships/slideLayout" Target="../slideLayouts/slideLayout1.xml"/><Relationship Id="R49337bc95a124109"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419a289c0b3e422d" Type="http://schemas.openxmlformats.org/officeDocument/2006/relationships/notesSlide" Target="../notesSlides/notesSlide109.xml"/><Relationship Id="Rc45c96e90b05433c"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0c0498959ff1441e" Type="http://schemas.openxmlformats.org/officeDocument/2006/relationships/notesSlide" Target="../notesSlides/notesSlide110.xml"/><Relationship Id="Rc3b5109e74f6458c"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327600cfd2234044" Type="http://schemas.openxmlformats.org/officeDocument/2006/relationships/slideLayout" Target="../slideLayouts/slideLayout1.xml"/><Relationship Id="Re87af881547d4f4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5a531076976a4f1b" Type="http://schemas.openxmlformats.org/officeDocument/2006/relationships/notesSlide" Target="../notesSlides/notesSlide112.xml"/><Relationship Id="Ra695d0564a2f41ff"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246c49919b894638" Type="http://schemas.openxmlformats.org/officeDocument/2006/relationships/notesSlide" Target="../notesSlides/notesSlide113.xml"/><Relationship Id="R3ce0135a3e4f450d"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809745fbc9d44080" Type="http://schemas.openxmlformats.org/officeDocument/2006/relationships/notesSlide" Target="../notesSlides/notesSlide114.xml"/><Relationship Id="Rab2823029f4d4f53"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a3ce9cb0a3784bd6" Type="http://schemas.openxmlformats.org/officeDocument/2006/relationships/notesSlide" Target="../notesSlides/notesSlide115.xml"/><Relationship Id="Rcb6d677579214ca3"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07e5ea1b6ff94be3" Type="http://schemas.openxmlformats.org/officeDocument/2006/relationships/notesSlide" Target="../notesSlides/notesSlide116.xml"/><Relationship Id="Re8deb2aa063f4a53"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265c8406f8a9486d" Type="http://schemas.openxmlformats.org/officeDocument/2006/relationships/notesSlide" Target="../notesSlides/notesSlide117.xml"/><Relationship Id="R2ac08794e8ed467f"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c62ad9a1b84146a7" Type="http://schemas.openxmlformats.org/officeDocument/2006/relationships/slideLayout" Target="../slideLayouts/slideLayout1.xml"/><Relationship Id="Rc8779336e1bd4500"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383e491901f744b8" Type="http://schemas.openxmlformats.org/officeDocument/2006/relationships/notesSlide" Target="../notesSlides/notesSlide119.xml"/><Relationship Id="R4d7c7958b9194e43"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7f8d72842a7740bd" Type="http://schemas.openxmlformats.org/officeDocument/2006/relationships/notesSlide" Target="../notesSlides/notesSlide120.xml"/><Relationship Id="Raf4cd8eef7b34478"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61302c1a78024c26" Type="http://schemas.openxmlformats.org/officeDocument/2006/relationships/notesSlide" Target="../notesSlides/notesSlide121.xml"/><Relationship Id="Rfbaa3f040ad44528"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3b98fcd7f408411c" Type="http://schemas.openxmlformats.org/officeDocument/2006/relationships/notesSlide" Target="../notesSlides/notesSlide122.xml"/><Relationship Id="Rc5d2040082d047e0"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4b9e4f8f0bb64842" Type="http://schemas.openxmlformats.org/officeDocument/2006/relationships/notesSlide" Target="../notesSlides/notesSlide123.xml"/><Relationship Id="Rf26903955eb94a1c"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d8848eb17d974b2a" Type="http://schemas.openxmlformats.org/officeDocument/2006/relationships/notesSlide" Target="../notesSlides/notesSlide124.xml"/><Relationship Id="Re7dd68a12b9d47e6"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73f7417c0d7a4556" Type="http://schemas.openxmlformats.org/officeDocument/2006/relationships/notesSlide" Target="../notesSlides/notesSlide125.xml"/><Relationship Id="Rf4d9060d2f6146c5"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3a4736ea7b5e44e1" Type="http://schemas.openxmlformats.org/officeDocument/2006/relationships/slideLayout" Target="../slideLayouts/slideLayout1.xml"/><Relationship Id="Rd884887f4d07413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7e02e0086d5e41d3" Type="http://schemas.openxmlformats.org/officeDocument/2006/relationships/slideLayout" Target="../slideLayouts/slideLayout1.xml"/><Relationship Id="R9f728f96dcdf41e0"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3fd65f54e0ec4f33" Type="http://schemas.openxmlformats.org/officeDocument/2006/relationships/slideLayout" Target="../slideLayouts/slideLayout1.xml"/><Relationship Id="Rcedfd8218faf405e"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053d1cc175804781" Type="http://schemas.openxmlformats.org/officeDocument/2006/relationships/notesSlide" Target="../notesSlides/notesSlide129.xml"/><Relationship Id="R20f4a5db50f745c4"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27d8c89edd534bac" Type="http://schemas.openxmlformats.org/officeDocument/2006/relationships/slideLayout" Target="../slideLayouts/slideLayout1.xml"/><Relationship Id="R8b69fb5ba6074985"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a4101836629041a4" Type="http://schemas.openxmlformats.org/officeDocument/2006/relationships/slideLayout" Target="../slideLayouts/slideLayout1.xml"/><Relationship Id="Rb0c571045dc943a0"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912ebdae44b5444f" Type="http://schemas.openxmlformats.org/officeDocument/2006/relationships/slideLayout" Target="../slideLayouts/slideLayout1.xml"/><Relationship Id="Ra3cf5a88ebec4a38"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d4df657e230d4b2a" Type="http://schemas.openxmlformats.org/officeDocument/2006/relationships/notesSlide" Target="../notesSlides/notesSlide133.xml"/><Relationship Id="Ref12ad3365eb4520"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f43b06f8798241c0" Type="http://schemas.openxmlformats.org/officeDocument/2006/relationships/notesSlide" Target="../notesSlides/notesSlide134.xml"/><Relationship Id="Rffcbb81b60454d04"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603846d153b34b0e" Type="http://schemas.openxmlformats.org/officeDocument/2006/relationships/slideLayout" Target="../slideLayouts/slideLayout1.xml"/><Relationship Id="R9bc74a2bca484f0a"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732028c60b424e03" Type="http://schemas.openxmlformats.org/officeDocument/2006/relationships/slideLayout" Target="../slideLayouts/slideLayout1.xml"/><Relationship Id="Rcc5238e28c454bef"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5e454fc1bd9b496e" Type="http://schemas.openxmlformats.org/officeDocument/2006/relationships/slideLayout" Target="../slideLayouts/slideLayout1.xml"/><Relationship Id="R8911d582514d439d"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19d96c6ba4264b72" Type="http://schemas.openxmlformats.org/officeDocument/2006/relationships/notesSlide" Target="../notesSlides/notesSlide138.xml"/><Relationship Id="Rf36e4fbe63954835"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8edcf0c779094b5e" Type="http://schemas.openxmlformats.org/officeDocument/2006/relationships/slideLayout" Target="../slideLayouts/slideLayout1.xml"/><Relationship Id="R9f2f63feaa0f4ca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5e73740d1ca74772" Type="http://schemas.openxmlformats.org/officeDocument/2006/relationships/slideLayout" Target="../slideLayouts/slideLayout1.xml"/><Relationship Id="R9f9f1964c76548f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283e3d43716b40ec" Type="http://schemas.openxmlformats.org/officeDocument/2006/relationships/slideLayout" Target="../slideLayouts/slideLayout1.xml"/><Relationship Id="Rdbe62f125f9c45f1"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3b4fde6973ac4427" Type="http://schemas.openxmlformats.org/officeDocument/2006/relationships/notesSlide" Target="../notesSlides/notesSlide142.xml"/><Relationship Id="Rdf3a9ca601154a23"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6" name="Oval 35"/>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8778240" y="-777240"/>
            <a:ext cx="4206240" cy="420624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219456"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E1AC6657-C208-4A26-955E-6FB7C542BE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477C68-7A7B-4464-A92D-243B50F57832}"/>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429AA57-20FE-40E9-881C-11313FB10597}"/>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B29E176D-F0D3-4F05-BC83-B64ED7FAF55E}"/>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AI Vibe Coding for React Development</a:t>
            </a:r>
          </a:p>
        </p:txBody>
      </p:sp>
      <p:sp>
        <p:nvSpPr>
          <p:cNvPr id="5" name="">
            <a:extLst xmlns:a="http://schemas.openxmlformats.org/drawingml/2006/main">
              <a:ext uri="{FF2B5EF4-FFF2-40B4-BE49-F238E27FC236}">
                <a16:creationId xmlns:a16="http://schemas.microsoft.com/office/drawing/2014/main" id="{C82CDD7C-5DC4-4942-BAFE-CEB5D2B86070}"/>
              </a:ext>
            </a:extLst>
          </p:cNvPr>
          <p:cNvSpPr>
            <a:spLocks xmlns:a="http://schemas.openxmlformats.org/drawingml/2006/main" noGrp="1"/>
          </p:cNvSpPr>
          <p:nvPr/>
        </p:nvSpPr>
        <p:spPr>
          <a:xfrm xmlns:a="http://schemas.openxmlformats.org/drawingml/2006/main">
            <a:off x="800100" y="3238500"/>
            <a:ext cx="717804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square"/>
          <a:lstStyle xmlns:a="http://schemas.openxmlformats.org/drawingml/2006/main"/>
          <a:p xmlns:a="http://schemas.openxmlformats.org/drawingml/2006/main">
            <a:pPr algn="l">
              <a:defRPr sz="1725" b="0">
                <a:solidFill>
                  <a:srgbClr val="5A6872"/>
                </a:solidFill>
              </a:defRPr>
            </a:pPr>
            <a:r>
              <a:rPr sz="1725" b="0">
                <a:solidFill>
                  <a:srgbClr val="5A6872"/>
                </a:solidFill>
              </a:rPr>
              <a:t>Build SprintBoard through a controlled AI engineering loop: specify, plan, inspect, implement, test, critique, refine and checkpoint.</a:t>
            </a:r>
          </a:p>
        </p:txBody>
      </p:sp>
      <p:sp>
        <p:nvSpPr>
          <p:cNvPr id="6" name="">
            <a:extLst xmlns:a="http://schemas.openxmlformats.org/drawingml/2006/main">
              <a:ext uri="{FF2B5EF4-FFF2-40B4-BE49-F238E27FC236}">
                <a16:creationId xmlns:a16="http://schemas.microsoft.com/office/drawing/2014/main" id="{57F5B702-72A2-4EAA-8E32-2C6237A7A44F}"/>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E477720-7242-49EC-AF1C-C1DDE973CBC6}"/>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30CE4B95-A2C1-4105-827B-AFC2467F262B}"/>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2.1  •  Agentic AI Loop Engineering</a:t>
            </a:r>
          </a:p>
        </p:txBody>
      </p:sp>
      <p:sp xmlns:a="http://schemas.openxmlformats.org/drawingml/2006/main">
        <p:nvSpPr>
          <p:cNvPr id="11" name="Oval 10"/>
          <p:cNvSpPr/>
          <p:nvPr/>
        </p:nvSpPr>
        <p:spPr>
          <a:xfrm>
            <a:off x="9738360" y="365760"/>
            <a:ext cx="2103120" cy="21031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Oval 11"/>
          <p:cNvSpPr/>
          <p:nvPr/>
        </p:nvSpPr>
        <p:spPr>
          <a:xfrm>
            <a:off x="10241280" y="868680"/>
            <a:ext cx="1097280" cy="109728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9939528" y="1170432"/>
            <a:ext cx="1691640" cy="658368"/>
          </a:xfrm>
          <a:prstGeom prst="rect">
            <a:avLst/>
          </a:prstGeom>
          <a:noFill/>
        </p:spPr>
        <p:txBody>
          <a:bodyPr wrap="none" lIns="0" rIns="0" tIns="0" bIns="0" anchor="ctr">
            <a:spAutoFit/>
          </a:bodyPr>
          <a:lstStyle/>
          <a:p>
            <a:pPr algn="ctr"/>
            <a:r>
              <a:rPr sz="3400" b="1">
                <a:solidFill>
                  <a:srgbClr val="FFFFFF"/>
                </a:solidFill>
                <a:latin typeface="Arial"/>
              </a:rPr>
              <a:t>{ }</a:t>
            </a:r>
          </a:p>
        </p:txBody>
      </p:sp>
      <p:sp xmlns:a="http://schemas.openxmlformats.org/drawingml/2006/main">
        <p:nvSpPr>
          <p:cNvPr id="14" name="Rounded Rectangle 13"/>
          <p:cNvSpPr/>
          <p:nvPr/>
        </p:nvSpPr>
        <p:spPr>
          <a:xfrm>
            <a:off x="8394192" y="3017520"/>
            <a:ext cx="2514600" cy="347472"/>
          </a:xfrm>
          <a:prstGeom prst="roundRect">
            <a:avLst/>
          </a:prstGeom>
          <a:solidFill>
            <a:srgbClr val="FFFFFF"/>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TextBox 14"/>
          <p:cNvSpPr txBox="1"/>
          <p:nvPr/>
        </p:nvSpPr>
        <p:spPr>
          <a:xfrm>
            <a:off x="8613648" y="3081528"/>
            <a:ext cx="1993392" cy="201168"/>
          </a:xfrm>
          <a:prstGeom prst="rect">
            <a:avLst/>
          </a:prstGeom>
          <a:noFill/>
        </p:spPr>
        <p:txBody>
          <a:bodyPr wrap="none" lIns="0" rIns="0" tIns="0" bIns="0" anchor="ctr">
            <a:spAutoFit/>
          </a:bodyPr>
          <a:lstStyle/>
          <a:p>
            <a:pPr algn="l"/>
            <a:r>
              <a:rPr sz="900" b="1">
                <a:solidFill>
                  <a:srgbClr val="1F6FEB"/>
                </a:solidFill>
                <a:latin typeface="Arial"/>
              </a:rPr>
              <a:t>01  SPECIFY</a:t>
            </a:r>
          </a:p>
        </p:txBody>
      </p:sp>
      <p:sp xmlns:a="http://schemas.openxmlformats.org/drawingml/2006/main">
        <p:nvSpPr>
          <p:cNvPr id="16" name="Rounded Rectangle 15"/>
          <p:cNvSpPr/>
          <p:nvPr/>
        </p:nvSpPr>
        <p:spPr>
          <a:xfrm>
            <a:off x="8394192" y="3529584"/>
            <a:ext cx="2514600" cy="347472"/>
          </a:xfrm>
          <a:prstGeom prst="roundRect">
            <a:avLst/>
          </a:prstGeom>
          <a:solidFill>
            <a:srgbClr val="FFFFFF"/>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extBox 16"/>
          <p:cNvSpPr txBox="1"/>
          <p:nvPr/>
        </p:nvSpPr>
        <p:spPr>
          <a:xfrm>
            <a:off x="8613648" y="3593592"/>
            <a:ext cx="1993392" cy="201168"/>
          </a:xfrm>
          <a:prstGeom prst="rect">
            <a:avLst/>
          </a:prstGeom>
          <a:noFill/>
        </p:spPr>
        <p:txBody>
          <a:bodyPr wrap="none" lIns="0" rIns="0" tIns="0" bIns="0" anchor="ctr">
            <a:spAutoFit/>
          </a:bodyPr>
          <a:lstStyle/>
          <a:p>
            <a:pPr algn="l"/>
            <a:r>
              <a:rPr sz="900" b="1">
                <a:solidFill>
                  <a:srgbClr val="1F6FEB"/>
                </a:solidFill>
                <a:latin typeface="Arial"/>
              </a:rPr>
              <a:t>02  PLAN</a:t>
            </a:r>
          </a:p>
        </p:txBody>
      </p:sp>
      <p:sp xmlns:a="http://schemas.openxmlformats.org/drawingml/2006/main">
        <p:nvSpPr>
          <p:cNvPr id="18" name="Rounded Rectangle 17"/>
          <p:cNvSpPr/>
          <p:nvPr/>
        </p:nvSpPr>
        <p:spPr>
          <a:xfrm>
            <a:off x="8394192" y="4041648"/>
            <a:ext cx="2514600" cy="347472"/>
          </a:xfrm>
          <a:prstGeom prst="roundRect">
            <a:avLst/>
          </a:prstGeom>
          <a:solidFill>
            <a:srgbClr val="FFFFFF"/>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8613648" y="4105656"/>
            <a:ext cx="1993392" cy="201168"/>
          </a:xfrm>
          <a:prstGeom prst="rect">
            <a:avLst/>
          </a:prstGeom>
          <a:noFill/>
        </p:spPr>
        <p:txBody>
          <a:bodyPr wrap="none" lIns="0" rIns="0" tIns="0" bIns="0" anchor="ctr">
            <a:spAutoFit/>
          </a:bodyPr>
          <a:lstStyle/>
          <a:p>
            <a:pPr algn="l"/>
            <a:r>
              <a:rPr sz="900" b="1">
                <a:solidFill>
                  <a:srgbClr val="1F6FEB"/>
                </a:solidFill>
                <a:latin typeface="Arial"/>
              </a:rPr>
              <a:t>03  BUILD</a:t>
            </a:r>
          </a:p>
        </p:txBody>
      </p:sp>
      <p:sp xmlns:a="http://schemas.openxmlformats.org/drawingml/2006/main">
        <p:nvSpPr>
          <p:cNvPr id="20" name="Rounded Rectangle 19"/>
          <p:cNvSpPr/>
          <p:nvPr/>
        </p:nvSpPr>
        <p:spPr>
          <a:xfrm>
            <a:off x="8394192" y="4553712"/>
            <a:ext cx="2514600" cy="347472"/>
          </a:xfrm>
          <a:prstGeom prst="roundRect">
            <a:avLst/>
          </a:prstGeom>
          <a:solidFill>
            <a:srgbClr val="FFFFFF"/>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8613648" y="4617720"/>
            <a:ext cx="1993392" cy="201168"/>
          </a:xfrm>
          <a:prstGeom prst="rect">
            <a:avLst/>
          </a:prstGeom>
          <a:noFill/>
        </p:spPr>
        <p:txBody>
          <a:bodyPr wrap="none" lIns="0" rIns="0" tIns="0" bIns="0" anchor="ctr">
            <a:spAutoFit/>
          </a:bodyPr>
          <a:lstStyle/>
          <a:p>
            <a:pPr algn="l"/>
            <a:r>
              <a:rPr sz="900" b="1">
                <a:solidFill>
                  <a:srgbClr val="1F6FEB"/>
                </a:solidFill>
                <a:latin typeface="Arial"/>
              </a:rPr>
              <a:t>04  VERIFY</a:t>
            </a:r>
          </a:p>
        </p:txBody>
      </p:sp>
    </p:spTree>
    <p:extLst>
      <p:ext uri="{BB962C8B-B14F-4D97-AF65-F5344CB8AC3E}">
        <p14:creationId xmlns:p14="http://schemas.microsoft.com/office/powerpoint/2010/main" val="10660829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Oval 42"/>
          <p:cNvSpPr/>
          <p:nvPr/>
        </p:nvSpPr>
        <p:spPr>
          <a:xfrm>
            <a:off x="11850624"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0B6E99"/>
          </a:solidFill>
          <a:ln>
            <a:solidFill>
              <a:srgbClr val="0B6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AF4F8"/>
          </a:solidFill>
          <a:ln>
            <a:solidFill>
              <a:srgbClr val="EA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A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FCB38C4-A877-4055-BCC5-59479C6F2E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663D238-ED92-4DD5-97FE-A3EC9B91E70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5DFFEBE5-1512-4C9B-90FE-A1ACC7D86EC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07E6CF25-E9D1-4FB7-95ED-9581C29A69A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0F5F051A-C89C-43EF-BCC9-B561B0D6A82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002</a:t>
            </a:r>
          </a:p>
        </p:txBody>
      </p:sp>
      <p:sp>
        <p:nvSpPr>
          <p:cNvPr id="6" name="">
            <a:extLst xmlns:a="http://schemas.openxmlformats.org/drawingml/2006/main">
              <a:ext uri="{FF2B5EF4-FFF2-40B4-BE49-F238E27FC236}">
                <a16:creationId xmlns:a16="http://schemas.microsoft.com/office/drawing/2014/main" id="{1705F01A-AC61-423A-AAE1-629D265E8F8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What you will leave with</a:t>
            </a:r>
          </a:p>
        </p:txBody>
      </p:sp>
      <p:sp>
        <p:nvSpPr>
          <p:cNvPr id="7" name="">
            <a:extLst xmlns:a="http://schemas.openxmlformats.org/drawingml/2006/main">
              <a:ext uri="{FF2B5EF4-FFF2-40B4-BE49-F238E27FC236}">
                <a16:creationId xmlns:a16="http://schemas.microsoft.com/office/drawing/2014/main" id="{9769E736-223D-4283-BA10-56E12877FB95}"/>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A21D0CB4-C071-4525-953F-991B3308B2EB}"/>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9" name="">
            <a:extLst xmlns:a="http://schemas.openxmlformats.org/drawingml/2006/main">
              <a:ext uri="{FF2B5EF4-FFF2-40B4-BE49-F238E27FC236}">
                <a16:creationId xmlns:a16="http://schemas.microsoft.com/office/drawing/2014/main" id="{9424627B-B5E3-469F-95EC-6600472503DD}"/>
              </a:ext>
            </a:extLst>
          </p:cNvPr>
          <p:cNvSpPr>
            <a:spLocks xmlns:a="http://schemas.openxmlformats.org/drawingml/2006/main" noGrp="1"/>
          </p:cNvSpPr>
          <p:nvPr/>
        </p:nvSpPr>
        <p:spPr>
          <a:xfrm xmlns:a="http://schemas.openxmlformats.org/drawingml/2006/main">
            <a:off x="1352550" y="1581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 deployed React capstone</a:t>
            </a:r>
          </a:p>
        </p:txBody>
      </p:sp>
      <p:sp>
        <p:nvSpPr>
          <p:cNvPr id="10" name="">
            <a:extLst xmlns:a="http://schemas.openxmlformats.org/drawingml/2006/main">
              <a:ext uri="{FF2B5EF4-FFF2-40B4-BE49-F238E27FC236}">
                <a16:creationId xmlns:a16="http://schemas.microsoft.com/office/drawing/2014/main" id="{A30E3116-02D1-438F-AA85-DC391EF8AA13}"/>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0405F761-EFCD-4FD3-8AD0-56A8F5A2AAF0}"/>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2" name="">
            <a:extLst xmlns:a="http://schemas.openxmlformats.org/drawingml/2006/main">
              <a:ext uri="{FF2B5EF4-FFF2-40B4-BE49-F238E27FC236}">
                <a16:creationId xmlns:a16="http://schemas.microsoft.com/office/drawing/2014/main" id="{840D8D1E-DD7D-49C5-B83D-BF9ED76FE550}"/>
              </a:ext>
            </a:extLst>
          </p:cNvPr>
          <p:cNvSpPr>
            <a:spLocks xmlns:a="http://schemas.openxmlformats.org/drawingml/2006/main" noGrp="1"/>
          </p:cNvSpPr>
          <p:nvPr/>
        </p:nvSpPr>
        <p:spPr>
          <a:xfrm xmlns:a="http://schemas.openxmlformats.org/drawingml/2006/main">
            <a:off x="1352550" y="2279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20 recoverable Git checkpoints</a:t>
            </a:r>
          </a:p>
        </p:txBody>
      </p:sp>
      <p:sp>
        <p:nvSpPr>
          <p:cNvPr id="13" name="">
            <a:extLst xmlns:a="http://schemas.openxmlformats.org/drawingml/2006/main">
              <a:ext uri="{FF2B5EF4-FFF2-40B4-BE49-F238E27FC236}">
                <a16:creationId xmlns:a16="http://schemas.microsoft.com/office/drawing/2014/main" id="{81322B86-B814-41A2-A0F5-A6A9FB414411}"/>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34403F43-2009-406A-8F74-F0697ECDEAA2}"/>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5" name="">
            <a:extLst xmlns:a="http://schemas.openxmlformats.org/drawingml/2006/main">
              <a:ext uri="{FF2B5EF4-FFF2-40B4-BE49-F238E27FC236}">
                <a16:creationId xmlns:a16="http://schemas.microsoft.com/office/drawing/2014/main" id="{997F21DF-175E-4BF5-B1E3-759DCE4016D4}"/>
              </a:ext>
            </a:extLst>
          </p:cNvPr>
          <p:cNvSpPr>
            <a:spLocks xmlns:a="http://schemas.openxmlformats.org/drawingml/2006/main" noGrp="1"/>
          </p:cNvSpPr>
          <p:nvPr/>
        </p:nvSpPr>
        <p:spPr>
          <a:xfrm xmlns:a="http://schemas.openxmlformats.org/drawingml/2006/main">
            <a:off x="1352550" y="2978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 reusable agent prompt contract</a:t>
            </a:r>
          </a:p>
        </p:txBody>
      </p:sp>
      <p:sp>
        <p:nvSpPr>
          <p:cNvPr id="16" name="">
            <a:extLst xmlns:a="http://schemas.openxmlformats.org/drawingml/2006/main">
              <a:ext uri="{FF2B5EF4-FFF2-40B4-BE49-F238E27FC236}">
                <a16:creationId xmlns:a16="http://schemas.microsoft.com/office/drawing/2014/main" id="{3112DAD3-2637-4F90-B3D6-E5E1178BE76E}"/>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3FE78DD-FEBF-4817-B149-085FC3B8C144}"/>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8" name="">
            <a:extLst xmlns:a="http://schemas.openxmlformats.org/drawingml/2006/main">
              <a:ext uri="{FF2B5EF4-FFF2-40B4-BE49-F238E27FC236}">
                <a16:creationId xmlns:a16="http://schemas.microsoft.com/office/drawing/2014/main" id="{59D95737-8C58-4E89-8F12-86297EF9926B}"/>
              </a:ext>
            </a:extLst>
          </p:cNvPr>
          <p:cNvSpPr>
            <a:spLocks xmlns:a="http://schemas.openxmlformats.org/drawingml/2006/main" noGrp="1"/>
          </p:cNvSpPr>
          <p:nvPr/>
        </p:nvSpPr>
        <p:spPr>
          <a:xfrm xmlns:a="http://schemas.openxmlformats.org/drawingml/2006/main">
            <a:off x="1352550" y="3676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An AI-generated-code audit habit</a:t>
            </a:r>
          </a:p>
        </p:txBody>
      </p:sp>
      <p:sp>
        <p:nvSpPr>
          <p:cNvPr id="19" name="">
            <a:extLst xmlns:a="http://schemas.openxmlformats.org/drawingml/2006/main">
              <a:ext uri="{FF2B5EF4-FFF2-40B4-BE49-F238E27FC236}">
                <a16:creationId xmlns:a16="http://schemas.microsoft.com/office/drawing/2014/main" id="{F87E4713-5F17-404C-9E87-7F14EEA87084}"/>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2B2776F-E8E1-47AA-B745-3F966E46B9D3}"/>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1" name="">
            <a:extLst xmlns:a="http://schemas.openxmlformats.org/drawingml/2006/main">
              <a:ext uri="{FF2B5EF4-FFF2-40B4-BE49-F238E27FC236}">
                <a16:creationId xmlns:a16="http://schemas.microsoft.com/office/drawing/2014/main" id="{90C23E51-49A6-4B7D-94B2-D4D6398ED367}"/>
              </a:ext>
            </a:extLst>
          </p:cNvPr>
          <p:cNvSpPr>
            <a:spLocks xmlns:a="http://schemas.openxmlformats.org/drawingml/2006/main" noGrp="1"/>
          </p:cNvSpPr>
          <p:nvPr/>
        </p:nvSpPr>
        <p:spPr>
          <a:xfrm xmlns:a="http://schemas.openxmlformats.org/drawingml/2006/main">
            <a:off x="1352550" y="4375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Tests for user-visible behavior</a:t>
            </a:r>
          </a:p>
        </p:txBody>
      </p:sp>
      <p:sp>
        <p:nvSpPr>
          <p:cNvPr id="22" name="">
            <a:extLst xmlns:a="http://schemas.openxmlformats.org/drawingml/2006/main">
              <a:ext uri="{FF2B5EF4-FFF2-40B4-BE49-F238E27FC236}">
                <a16:creationId xmlns:a16="http://schemas.microsoft.com/office/drawing/2014/main" id="{4D9C5CED-BBFA-4A81-BF81-4F7814C8BDD3}"/>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76CE7AB8-DBE3-4700-9245-992DD597F83F}"/>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6</a:t>
            </a:r>
          </a:p>
        </p:txBody>
      </p:sp>
      <p:sp>
        <p:nvSpPr>
          <p:cNvPr id="24" name="">
            <a:extLst xmlns:a="http://schemas.openxmlformats.org/drawingml/2006/main">
              <a:ext uri="{FF2B5EF4-FFF2-40B4-BE49-F238E27FC236}">
                <a16:creationId xmlns:a16="http://schemas.microsoft.com/office/drawing/2014/main" id="{6824B7D4-B04C-40DE-B7B3-03305542FB84}"/>
              </a:ext>
            </a:extLst>
          </p:cNvPr>
          <p:cNvSpPr>
            <a:spLocks xmlns:a="http://schemas.openxmlformats.org/drawingml/2006/main" noGrp="1"/>
          </p:cNvSpPr>
          <p:nvPr/>
        </p:nvSpPr>
        <p:spPr>
          <a:xfrm xmlns:a="http://schemas.openxmlformats.org/drawingml/2006/main">
            <a:off x="1352550" y="5073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 release and rollback evidence trail</a:t>
            </a:r>
          </a:p>
        </p:txBody>
      </p:sp>
      <p:sp xmlns:a="http://schemas.openxmlformats.org/drawingml/2006/main">
        <p:nvSpPr>
          <p:cNvPr id="44" name="TextBox 43"/>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0B6E99"/>
                </a:solidFill>
                <a:latin typeface="Arial"/>
              </a:rPr>
              <a:t>002</a:t>
            </a:r>
          </a:p>
        </p:txBody>
      </p:sp>
    </p:spTree>
    <p:extLst>
      <p:ext uri="{BB962C8B-B14F-4D97-AF65-F5344CB8AC3E}">
        <p14:creationId xmlns:p14="http://schemas.microsoft.com/office/powerpoint/2010/main" val="432471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Oval 48"/>
          <p:cNvSpPr/>
          <p:nvPr/>
        </p:nvSpPr>
        <p:spPr>
          <a:xfrm>
            <a:off x="11850624"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Oval 47"/>
          <p:cNvSpPr/>
          <p:nvPr/>
        </p:nvSpPr>
        <p:spPr>
          <a:xfrm>
            <a:off x="11740896"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Oval 46"/>
          <p:cNvSpPr/>
          <p:nvPr/>
        </p:nvSpPr>
        <p:spPr>
          <a:xfrm>
            <a:off x="11631168"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Oval 45"/>
          <p:cNvSpPr/>
          <p:nvPr/>
        </p:nvSpPr>
        <p:spPr>
          <a:xfrm>
            <a:off x="11521440"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Oval 44"/>
          <p:cNvSpPr/>
          <p:nvPr/>
        </p:nvSpPr>
        <p:spPr>
          <a:xfrm>
            <a:off x="11411712"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Oval 43"/>
          <p:cNvSpPr/>
          <p:nvPr/>
        </p:nvSpPr>
        <p:spPr>
          <a:xfrm>
            <a:off x="11850624"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740896"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631168"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521440"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411712"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850624"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740896"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631168"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521440"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411712"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0" y="0"/>
            <a:ext cx="73152" cy="6858000"/>
          </a:xfrm>
          <a:prstGeom prst="rect">
            <a:avLst/>
          </a:prstGeom>
          <a:solidFill>
            <a:srgbClr val="0B6E99"/>
          </a:solidFill>
          <a:ln>
            <a:solidFill>
              <a:srgbClr val="0B6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0" y="6693408"/>
            <a:ext cx="12191695" cy="164592"/>
          </a:xfrm>
          <a:prstGeom prst="rect">
            <a:avLst/>
          </a:prstGeom>
          <a:solidFill>
            <a:srgbClr val="EAF4F8"/>
          </a:solidFill>
          <a:ln>
            <a:solidFill>
              <a:srgbClr val="EA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356848" y="109728"/>
            <a:ext cx="347472" cy="347472"/>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0588752" y="-502920"/>
            <a:ext cx="1965960" cy="1965960"/>
          </a:xfrm>
          <a:prstGeom prst="ellipse">
            <a:avLst/>
          </a:prstGeom>
          <a:solidFill>
            <a:srgbClr val="EA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6890E9D4-E3FB-4684-979A-1A90A94A3B1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23E0BB-8FDB-4CC0-B5F1-E9BBA400FEF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681B653-3E19-424E-8681-65A951A8E7F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ED384440-D779-4BC8-B4BF-4E4A34D70B04}"/>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569F78C-1218-4C66-9A58-F44887BE751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003</a:t>
            </a:r>
          </a:p>
        </p:txBody>
      </p:sp>
      <p:sp>
        <p:nvSpPr>
          <p:cNvPr id="6" name="">
            <a:extLst xmlns:a="http://schemas.openxmlformats.org/drawingml/2006/main">
              <a:ext uri="{FF2B5EF4-FFF2-40B4-BE49-F238E27FC236}">
                <a16:creationId xmlns:a16="http://schemas.microsoft.com/office/drawing/2014/main" id="{4BBF7DE3-9DD6-4566-BEF2-41C385A2043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The agentic AI loop</a:t>
            </a:r>
          </a:p>
        </p:txBody>
      </p:sp>
      <p:sp>
        <p:nvSpPr>
          <p:cNvPr id="7" name="">
            <a:extLst xmlns:a="http://schemas.openxmlformats.org/drawingml/2006/main">
              <a:ext uri="{FF2B5EF4-FFF2-40B4-BE49-F238E27FC236}">
                <a16:creationId xmlns:a16="http://schemas.microsoft.com/office/drawing/2014/main" id="{132EF982-94BC-4D74-B297-AD82D208A49F}"/>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36AA30C6-1F1A-4AEB-A69D-DDEDBD212759}"/>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97C7D48C-F826-4124-A25C-203B1EDAE255}"/>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Frame</a:t>
            </a:r>
          </a:p>
        </p:txBody>
      </p:sp>
      <p:sp>
        <p:nvSpPr>
          <p:cNvPr id="10" name="">
            <a:extLst xmlns:a="http://schemas.openxmlformats.org/drawingml/2006/main">
              <a:ext uri="{FF2B5EF4-FFF2-40B4-BE49-F238E27FC236}">
                <a16:creationId xmlns:a16="http://schemas.microsoft.com/office/drawing/2014/main" id="{4EB50CB0-7499-4D7E-8C6F-0FB433554C44}"/>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14604">
            <a:solidFill>
              <a:srgbClr val="0B6E99"/>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8969A24-F60A-47F6-B4CF-116E09724CED}"/>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FA87DD7B-9DCA-4E93-9821-4F56DD09B33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Plan</a:t>
            </a:r>
          </a:p>
        </p:txBody>
      </p:sp>
      <p:sp>
        <p:nvSpPr>
          <p:cNvPr id="13" name="">
            <a:extLst xmlns:a="http://schemas.openxmlformats.org/drawingml/2006/main">
              <a:ext uri="{FF2B5EF4-FFF2-40B4-BE49-F238E27FC236}">
                <a16:creationId xmlns:a16="http://schemas.microsoft.com/office/drawing/2014/main" id="{6194A0E9-E61E-47D5-A938-2F992CB2C758}"/>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2675B071-3536-448F-9A15-DFED509B1138}"/>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808154F8-2C95-43A7-AC4C-46170AD06F1D}"/>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Generate</a:t>
            </a:r>
          </a:p>
        </p:txBody>
      </p:sp>
      <p:sp>
        <p:nvSpPr>
          <p:cNvPr id="16" name="">
            <a:extLst xmlns:a="http://schemas.openxmlformats.org/drawingml/2006/main">
              <a:ext uri="{FF2B5EF4-FFF2-40B4-BE49-F238E27FC236}">
                <a16:creationId xmlns:a16="http://schemas.microsoft.com/office/drawing/2014/main" id="{F334A46A-C6AF-4E0D-945F-6E13B3721F74}"/>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E003E1FE-3512-42C9-9164-426D9B6C627A}"/>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8784A400-3AA3-4FB1-BF2A-52DD5A8945AB}"/>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a:t>
            </a:r>
          </a:p>
        </p:txBody>
      </p:sp>
      <p:sp>
        <p:nvSpPr>
          <p:cNvPr id="19" name="">
            <a:extLst xmlns:a="http://schemas.openxmlformats.org/drawingml/2006/main">
              <a:ext uri="{FF2B5EF4-FFF2-40B4-BE49-F238E27FC236}">
                <a16:creationId xmlns:a16="http://schemas.microsoft.com/office/drawing/2014/main" id="{73DB6811-FC46-47EC-AE86-FA6F67CC3A33}"/>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14604">
            <a:solidFill>
              <a:srgbClr val="0B6E99"/>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2E5A29FC-939F-4393-A42F-47A09618E3EB}"/>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B2852ECD-C956-471C-B7ED-53A52DEEA68E}"/>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Verify</a:t>
            </a:r>
          </a:p>
        </p:txBody>
      </p:sp>
      <p:sp>
        <p:nvSpPr>
          <p:cNvPr id="22" name="">
            <a:extLst xmlns:a="http://schemas.openxmlformats.org/drawingml/2006/main">
              <a:ext uri="{FF2B5EF4-FFF2-40B4-BE49-F238E27FC236}">
                <a16:creationId xmlns:a16="http://schemas.microsoft.com/office/drawing/2014/main" id="{CF6ACD2F-5CE0-416C-8397-E3DFF7ABB965}"/>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0E7418D0-671B-4E24-BBA5-CD615C0F625F}"/>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507BF55E-35D9-429A-91ED-5A7D9E6A5E65}"/>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Correct</a:t>
            </a:r>
          </a:p>
        </p:txBody>
      </p:sp>
      <p:sp>
        <p:nvSpPr>
          <p:cNvPr id="25" name="">
            <a:extLst xmlns:a="http://schemas.openxmlformats.org/drawingml/2006/main">
              <a:ext uri="{FF2B5EF4-FFF2-40B4-BE49-F238E27FC236}">
                <a16:creationId xmlns:a16="http://schemas.microsoft.com/office/drawing/2014/main" id="{A3AF6C91-6487-4BE1-9102-B6BD87535E13}"/>
              </a:ext>
            </a:extLst>
          </p:cNvPr>
          <p:cNvSpPr>
            <a:spLocks xmlns:a="http://schemas.openxmlformats.org/drawingml/2006/main" noGrp="1"/>
          </p:cNvSpPr>
          <p:nvPr/>
        </p:nvSpPr>
        <p:spPr>
          <a:xfrm xmlns:a="http://schemas.openxmlformats.org/drawingml/2006/main">
            <a:off x="60960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CA5ECF8B-A3BB-443B-9E0E-7B7DB48283C2}"/>
              </a:ext>
            </a:extLst>
          </p:cNvPr>
          <p:cNvSpPr>
            <a:spLocks xmlns:a="http://schemas.openxmlformats.org/drawingml/2006/main" noGrp="1"/>
          </p:cNvSpPr>
          <p:nvPr/>
        </p:nvSpPr>
        <p:spPr>
          <a:xfrm xmlns:a="http://schemas.openxmlformats.org/drawingml/2006/main">
            <a:off x="62674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07</a:t>
            </a:r>
          </a:p>
        </p:txBody>
      </p:sp>
      <p:sp>
        <p:nvSpPr>
          <p:cNvPr id="27" name="">
            <a:extLst xmlns:a="http://schemas.openxmlformats.org/drawingml/2006/main">
              <a:ext uri="{FF2B5EF4-FFF2-40B4-BE49-F238E27FC236}">
                <a16:creationId xmlns:a16="http://schemas.microsoft.com/office/drawing/2014/main" id="{9A962BD5-D71B-491A-A6C8-E61CA348EFAE}"/>
              </a:ext>
            </a:extLst>
          </p:cNvPr>
          <p:cNvSpPr>
            <a:spLocks xmlns:a="http://schemas.openxmlformats.org/drawingml/2006/main" noGrp="1"/>
          </p:cNvSpPr>
          <p:nvPr/>
        </p:nvSpPr>
        <p:spPr>
          <a:xfrm xmlns:a="http://schemas.openxmlformats.org/drawingml/2006/main">
            <a:off x="62674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Commit</a:t>
            </a:r>
          </a:p>
        </p:txBody>
      </p:sp>
      <p:sp>
        <p:nvSpPr>
          <p:cNvPr id="28" name="">
            <a:extLst xmlns:a="http://schemas.openxmlformats.org/drawingml/2006/main">
              <a:ext uri="{FF2B5EF4-FFF2-40B4-BE49-F238E27FC236}">
                <a16:creationId xmlns:a16="http://schemas.microsoft.com/office/drawing/2014/main" id="{9C9E3207-9A56-4883-914D-2A1B08D84731}"/>
              </a:ext>
            </a:extLst>
          </p:cNvPr>
          <p:cNvSpPr>
            <a:spLocks xmlns:a="http://schemas.openxmlformats.org/drawingml/2006/main" noGrp="1"/>
          </p:cNvSpPr>
          <p:nvPr/>
        </p:nvSpPr>
        <p:spPr>
          <a:xfrm xmlns:a="http://schemas.openxmlformats.org/drawingml/2006/main">
            <a:off x="8801100" y="33528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14604">
            <a:solidFill>
              <a:srgbClr val="0B6E99"/>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C65F3CEF-DB12-4650-9787-C1A3ED84BFEA}"/>
              </a:ext>
            </a:extLst>
          </p:cNvPr>
          <p:cNvSpPr>
            <a:spLocks xmlns:a="http://schemas.openxmlformats.org/drawingml/2006/main" noGrp="1"/>
          </p:cNvSpPr>
          <p:nvPr/>
        </p:nvSpPr>
        <p:spPr>
          <a:xfrm xmlns:a="http://schemas.openxmlformats.org/drawingml/2006/main">
            <a:off x="89725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08</a:t>
            </a:r>
          </a:p>
        </p:txBody>
      </p:sp>
      <p:sp>
        <p:nvSpPr>
          <p:cNvPr id="30" name="">
            <a:extLst xmlns:a="http://schemas.openxmlformats.org/drawingml/2006/main">
              <a:ext uri="{FF2B5EF4-FFF2-40B4-BE49-F238E27FC236}">
                <a16:creationId xmlns:a16="http://schemas.microsoft.com/office/drawing/2014/main" id="{577C09BD-40E1-400E-91E9-036D4E67DF23}"/>
              </a:ext>
            </a:extLst>
          </p:cNvPr>
          <p:cNvSpPr>
            <a:spLocks xmlns:a="http://schemas.openxmlformats.org/drawingml/2006/main" noGrp="1"/>
          </p:cNvSpPr>
          <p:nvPr/>
        </p:nvSpPr>
        <p:spPr>
          <a:xfrm xmlns:a="http://schemas.openxmlformats.org/drawingml/2006/main">
            <a:off x="89725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Reflect</a:t>
            </a:r>
          </a:p>
        </p:txBody>
      </p:sp>
      <p:sp xmlns:a="http://schemas.openxmlformats.org/drawingml/2006/main">
        <p:nvSpPr>
          <p:cNvPr id="50" name="TextBox 49"/>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0B6E99"/>
                </a:solidFill>
                <a:latin typeface="Arial"/>
              </a:rPr>
              <a:t>003</a:t>
            </a:r>
          </a:p>
        </p:txBody>
      </p:sp>
    </p:spTree>
    <p:extLst>
      <p:ext uri="{BB962C8B-B14F-4D97-AF65-F5344CB8AC3E}">
        <p14:creationId xmlns:p14="http://schemas.microsoft.com/office/powerpoint/2010/main" val="14061593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7" name="Oval 36"/>
          <p:cNvSpPr/>
          <p:nvPr/>
        </p:nvSpPr>
        <p:spPr>
          <a:xfrm>
            <a:off x="11850624"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0B6E99"/>
          </a:solidFill>
          <a:ln>
            <a:solidFill>
              <a:srgbClr val="0B6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EAF4F8"/>
          </a:solidFill>
          <a:ln>
            <a:solidFill>
              <a:srgbClr val="EA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EA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B02C6036-D777-456A-9A27-6504BD85D1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BCA5151-9649-43A4-90CE-D779CFCC428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8CA48E0D-EF95-4E19-9BAF-5AC05D90C44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4D473724-B351-408C-AB16-A885DEFA154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DB1BA617-5049-4C82-BA81-C5F5633A0C8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004</a:t>
            </a:r>
          </a:p>
        </p:txBody>
      </p:sp>
      <p:sp>
        <p:nvSpPr>
          <p:cNvPr id="6" name="">
            <a:extLst xmlns:a="http://schemas.openxmlformats.org/drawingml/2006/main">
              <a:ext uri="{FF2B5EF4-FFF2-40B4-BE49-F238E27FC236}">
                <a16:creationId xmlns:a16="http://schemas.microsoft.com/office/drawing/2014/main" id="{B3B3E68B-879E-42A8-B6E8-0BE424FA97F5}"/>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AI accelerates work; the learner owns acceptance</a:t>
            </a:r>
          </a:p>
        </p:txBody>
      </p:sp>
      <p:sp>
        <p:nvSpPr>
          <p:cNvPr id="7" name="">
            <a:extLst xmlns:a="http://schemas.openxmlformats.org/drawingml/2006/main">
              <a:ext uri="{FF2B5EF4-FFF2-40B4-BE49-F238E27FC236}">
                <a16:creationId xmlns:a16="http://schemas.microsoft.com/office/drawing/2014/main" id="{A06621C9-9A01-4A6A-A8B7-B071DDB4C08C}"/>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3766974-6014-43D1-BACE-FBFE6F81AA96}"/>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12E0AF23-B984-4A2A-AA1C-5FB46DE0DD92}"/>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The agent can</a:t>
            </a:r>
          </a:p>
        </p:txBody>
      </p:sp>
      <p:sp>
        <p:nvSpPr>
          <p:cNvPr id="10" name="">
            <a:extLst xmlns:a="http://schemas.openxmlformats.org/drawingml/2006/main">
              <a:ext uri="{FF2B5EF4-FFF2-40B4-BE49-F238E27FC236}">
                <a16:creationId xmlns:a16="http://schemas.microsoft.com/office/drawing/2014/main" id="{05CE0E77-94B7-49FA-991F-43A5397F9A54}"/>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You must</a:t>
            </a:r>
          </a:p>
        </p:txBody>
      </p:sp>
      <p:sp>
        <p:nvSpPr>
          <p:cNvPr id="11" name="">
            <a:extLst xmlns:a="http://schemas.openxmlformats.org/drawingml/2006/main">
              <a:ext uri="{FF2B5EF4-FFF2-40B4-BE49-F238E27FC236}">
                <a16:creationId xmlns:a16="http://schemas.microsoft.com/office/drawing/2014/main" id="{723C9F7B-D60B-48F8-869E-3117E5233B48}"/>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Read repository context</a:t>
            </a:r>
          </a:p>
        </p:txBody>
      </p:sp>
      <p:sp>
        <p:nvSpPr>
          <p:cNvPr id="12" name="">
            <a:extLst xmlns:a="http://schemas.openxmlformats.org/drawingml/2006/main">
              <a:ext uri="{FF2B5EF4-FFF2-40B4-BE49-F238E27FC236}">
                <a16:creationId xmlns:a16="http://schemas.microsoft.com/office/drawing/2014/main" id="{7C5A48E4-996B-4CAC-A73D-8ADAD742EC07}"/>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Propose a bounded plan</a:t>
            </a:r>
          </a:p>
        </p:txBody>
      </p:sp>
      <p:sp>
        <p:nvSpPr>
          <p:cNvPr id="13" name="">
            <a:extLst xmlns:a="http://schemas.openxmlformats.org/drawingml/2006/main">
              <a:ext uri="{FF2B5EF4-FFF2-40B4-BE49-F238E27FC236}">
                <a16:creationId xmlns:a16="http://schemas.microsoft.com/office/drawing/2014/main" id="{56DF24C4-7F48-4ECD-8E87-C8C4A1C78C3A}"/>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Generate and refactor code</a:t>
            </a:r>
          </a:p>
        </p:txBody>
      </p:sp>
      <p:sp>
        <p:nvSpPr>
          <p:cNvPr id="14" name="">
            <a:extLst xmlns:a="http://schemas.openxmlformats.org/drawingml/2006/main">
              <a:ext uri="{FF2B5EF4-FFF2-40B4-BE49-F238E27FC236}">
                <a16:creationId xmlns:a16="http://schemas.microsoft.com/office/drawing/2014/main" id="{0462B869-AF79-4F51-9003-DB57651BC73C}"/>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Suggest verification</a:t>
            </a:r>
          </a:p>
        </p:txBody>
      </p:sp>
      <p:sp>
        <p:nvSpPr>
          <p:cNvPr id="15" name="">
            <a:extLst xmlns:a="http://schemas.openxmlformats.org/drawingml/2006/main">
              <a:ext uri="{FF2B5EF4-FFF2-40B4-BE49-F238E27FC236}">
                <a16:creationId xmlns:a16="http://schemas.microsoft.com/office/drawing/2014/main" id="{AB603117-1109-42C0-98A2-60FD0F852DCE}"/>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Define observable outcomes</a:t>
            </a:r>
          </a:p>
        </p:txBody>
      </p:sp>
      <p:sp>
        <p:nvSpPr>
          <p:cNvPr id="16" name="">
            <a:extLst xmlns:a="http://schemas.openxmlformats.org/drawingml/2006/main">
              <a:ext uri="{FF2B5EF4-FFF2-40B4-BE49-F238E27FC236}">
                <a16:creationId xmlns:a16="http://schemas.microsoft.com/office/drawing/2014/main" id="{51C29FD3-A60E-40AF-B202-3603F1F883BF}"/>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Challenge assumptions and scope</a:t>
            </a:r>
          </a:p>
        </p:txBody>
      </p:sp>
      <p:sp>
        <p:nvSpPr>
          <p:cNvPr id="17" name="">
            <a:extLst xmlns:a="http://schemas.openxmlformats.org/drawingml/2006/main">
              <a:ext uri="{FF2B5EF4-FFF2-40B4-BE49-F238E27FC236}">
                <a16:creationId xmlns:a16="http://schemas.microsoft.com/office/drawing/2014/main" id="{36797EEC-96C2-4165-907D-F45D6A4F6826}"/>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Read every changed line</a:t>
            </a:r>
          </a:p>
        </p:txBody>
      </p:sp>
      <p:sp>
        <p:nvSpPr>
          <p:cNvPr id="18" name="">
            <a:extLst xmlns:a="http://schemas.openxmlformats.org/drawingml/2006/main">
              <a:ext uri="{FF2B5EF4-FFF2-40B4-BE49-F238E27FC236}">
                <a16:creationId xmlns:a16="http://schemas.microsoft.com/office/drawing/2014/main" id="{0D69C0AE-586F-4084-A8AC-2F300AEDDCE5}"/>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Run checks and decide</a:t>
            </a:r>
          </a:p>
        </p:txBody>
      </p:sp>
      <p:sp xmlns:a="http://schemas.openxmlformats.org/drawingml/2006/main">
        <p:nvSpPr>
          <p:cNvPr id="38" name="TextBox 37"/>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0B6E99"/>
                </a:solidFill>
                <a:latin typeface="Arial"/>
              </a:rPr>
              <a:t>004</a:t>
            </a:r>
          </a:p>
        </p:txBody>
      </p:sp>
    </p:spTree>
    <p:extLst>
      <p:ext uri="{BB962C8B-B14F-4D97-AF65-F5344CB8AC3E}">
        <p14:creationId xmlns:p14="http://schemas.microsoft.com/office/powerpoint/2010/main" val="13894978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Oval 43"/>
          <p:cNvSpPr/>
          <p:nvPr/>
        </p:nvSpPr>
        <p:spPr>
          <a:xfrm>
            <a:off x="11850624"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740896"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631168"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521440"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411712"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850624"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740896"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631168"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521440"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411712"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850624"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740896"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631168"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521440"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411712"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73152" cy="6858000"/>
          </a:xfrm>
          <a:prstGeom prst="rect">
            <a:avLst/>
          </a:prstGeom>
          <a:solidFill>
            <a:srgbClr val="0B6E99"/>
          </a:solidFill>
          <a:ln>
            <a:solidFill>
              <a:srgbClr val="0B6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6693408"/>
            <a:ext cx="12191695" cy="164592"/>
          </a:xfrm>
          <a:prstGeom prst="rect">
            <a:avLst/>
          </a:prstGeom>
          <a:solidFill>
            <a:srgbClr val="EAF4F8"/>
          </a:solidFill>
          <a:ln>
            <a:solidFill>
              <a:srgbClr val="EA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356848" y="109728"/>
            <a:ext cx="347472" cy="347472"/>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0588752" y="-502920"/>
            <a:ext cx="1965960" cy="1965960"/>
          </a:xfrm>
          <a:prstGeom prst="ellipse">
            <a:avLst/>
          </a:prstGeom>
          <a:solidFill>
            <a:srgbClr val="EA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946A988A-33E2-489A-B49D-30E5087180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5BE2B16-B1A3-420E-A590-C4E98318082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BE4122B-16EF-46DA-984E-B05A68E1D30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C9D73F7F-55A4-48E9-AED7-77216A0B993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23065BC8-BA7F-4D7B-BA4D-395860A257C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005</a:t>
            </a:r>
          </a:p>
        </p:txBody>
      </p:sp>
      <p:sp>
        <p:nvSpPr>
          <p:cNvPr id="6" name="">
            <a:extLst xmlns:a="http://schemas.openxmlformats.org/drawingml/2006/main">
              <a:ext uri="{FF2B5EF4-FFF2-40B4-BE49-F238E27FC236}">
                <a16:creationId xmlns:a16="http://schemas.microsoft.com/office/drawing/2014/main" id="{E9DC956A-D717-471B-B52D-8D3CB84A299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Evidence hierarchy</a:t>
            </a:r>
          </a:p>
        </p:txBody>
      </p:sp>
      <p:sp>
        <p:nvSpPr>
          <p:cNvPr id="7" name="">
            <a:extLst xmlns:a="http://schemas.openxmlformats.org/drawingml/2006/main">
              <a:ext uri="{FF2B5EF4-FFF2-40B4-BE49-F238E27FC236}">
                <a16:creationId xmlns:a16="http://schemas.microsoft.com/office/drawing/2014/main" id="{FC88675C-A387-4B41-956D-71D6AA486EF5}"/>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When evidence conflicts with confident prose, investigate the evidence.</a:t>
            </a:r>
          </a:p>
        </p:txBody>
      </p:sp>
      <p:sp>
        <p:nvSpPr>
          <p:cNvPr id="8" name="">
            <a:extLst xmlns:a="http://schemas.openxmlformats.org/drawingml/2006/main">
              <a:ext uri="{FF2B5EF4-FFF2-40B4-BE49-F238E27FC236}">
                <a16:creationId xmlns:a16="http://schemas.microsoft.com/office/drawing/2014/main" id="{758D94AD-A9F1-4FEE-AABB-14AC871A4F3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3C3332-9EED-4EFF-89E2-8E87A14D136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A189ACC7-7AEB-404B-8C38-1D2D2CB6DBD9}"/>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Current browser behavior</a:t>
            </a:r>
          </a:p>
        </p:txBody>
      </p:sp>
      <p:sp>
        <p:nvSpPr>
          <p:cNvPr id="11" name="">
            <a:extLst xmlns:a="http://schemas.openxmlformats.org/drawingml/2006/main">
              <a:ext uri="{FF2B5EF4-FFF2-40B4-BE49-F238E27FC236}">
                <a16:creationId xmlns:a16="http://schemas.microsoft.com/office/drawing/2014/main" id="{8BF89078-CED2-48B4-94F5-8E209298B1D3}"/>
              </a:ext>
            </a:extLst>
          </p:cNvPr>
          <p:cNvSpPr>
            <a:spLocks xmlns:a="http://schemas.openxmlformats.org/drawingml/2006/main" noGrp="1"/>
          </p:cNvSpPr>
          <p:nvPr/>
        </p:nvSpPr>
        <p:spPr>
          <a:xfrm xmlns:a="http://schemas.openxmlformats.org/drawingml/2006/main">
            <a:off x="704850" y="25273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7B8E70A-44BF-41AF-A9A0-B2E62EB91D03}"/>
              </a:ext>
            </a:extLst>
          </p:cNvPr>
          <p:cNvSpPr>
            <a:spLocks xmlns:a="http://schemas.openxmlformats.org/drawingml/2006/main" noGrp="1"/>
          </p:cNvSpPr>
          <p:nvPr/>
        </p:nvSpPr>
        <p:spPr>
          <a:xfrm xmlns:a="http://schemas.openxmlformats.org/drawingml/2006/main">
            <a:off x="704850" y="25273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CBC3D978-5C81-466B-ACC7-4BF67AE4D66A}"/>
              </a:ext>
            </a:extLst>
          </p:cNvPr>
          <p:cNvSpPr>
            <a:spLocks xmlns:a="http://schemas.openxmlformats.org/drawingml/2006/main" noGrp="1"/>
          </p:cNvSpPr>
          <p:nvPr/>
        </p:nvSpPr>
        <p:spPr>
          <a:xfrm xmlns:a="http://schemas.openxmlformats.org/drawingml/2006/main">
            <a:off x="1352550" y="25082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Failing and passing automated tests</a:t>
            </a:r>
          </a:p>
        </p:txBody>
      </p:sp>
      <p:sp>
        <p:nvSpPr>
          <p:cNvPr id="14" name="">
            <a:extLst xmlns:a="http://schemas.openxmlformats.org/drawingml/2006/main">
              <a:ext uri="{FF2B5EF4-FFF2-40B4-BE49-F238E27FC236}">
                <a16:creationId xmlns:a16="http://schemas.microsoft.com/office/drawing/2014/main" id="{69187A67-76C5-499C-988C-BC9EF511BE91}"/>
              </a:ext>
            </a:extLst>
          </p:cNvPr>
          <p:cNvSpPr>
            <a:spLocks xmlns:a="http://schemas.openxmlformats.org/drawingml/2006/main" noGrp="1"/>
          </p:cNvSpPr>
          <p:nvPr/>
        </p:nvSpPr>
        <p:spPr>
          <a:xfrm xmlns:a="http://schemas.openxmlformats.org/drawingml/2006/main">
            <a:off x="704850" y="3225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89FC69DD-AED2-4AD6-8864-6EEEAB58FD21}"/>
              </a:ext>
            </a:extLst>
          </p:cNvPr>
          <p:cNvSpPr>
            <a:spLocks xmlns:a="http://schemas.openxmlformats.org/drawingml/2006/main" noGrp="1"/>
          </p:cNvSpPr>
          <p:nvPr/>
        </p:nvSpPr>
        <p:spPr>
          <a:xfrm xmlns:a="http://schemas.openxmlformats.org/drawingml/2006/main">
            <a:off x="704850" y="3225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A72531D4-8449-4AC5-B91E-35AB0D910C45}"/>
              </a:ext>
            </a:extLst>
          </p:cNvPr>
          <p:cNvSpPr>
            <a:spLocks xmlns:a="http://schemas.openxmlformats.org/drawingml/2006/main" noGrp="1"/>
          </p:cNvSpPr>
          <p:nvPr/>
        </p:nvSpPr>
        <p:spPr>
          <a:xfrm xmlns:a="http://schemas.openxmlformats.org/drawingml/2006/main">
            <a:off x="1352550" y="3206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Lint, type-check and build output</a:t>
            </a:r>
          </a:p>
        </p:txBody>
      </p:sp>
      <p:sp>
        <p:nvSpPr>
          <p:cNvPr id="17" name="">
            <a:extLst xmlns:a="http://schemas.openxmlformats.org/drawingml/2006/main">
              <a:ext uri="{FF2B5EF4-FFF2-40B4-BE49-F238E27FC236}">
                <a16:creationId xmlns:a16="http://schemas.microsoft.com/office/drawing/2014/main" id="{702DD16D-2471-4451-872E-D56EEA522752}"/>
              </a:ext>
            </a:extLst>
          </p:cNvPr>
          <p:cNvSpPr>
            <a:spLocks xmlns:a="http://schemas.openxmlformats.org/drawingml/2006/main" noGrp="1"/>
          </p:cNvSpPr>
          <p:nvPr/>
        </p:nvSpPr>
        <p:spPr>
          <a:xfrm xmlns:a="http://schemas.openxmlformats.org/drawingml/2006/main">
            <a:off x="704850" y="39243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1C68329F-94FE-478E-97DF-B6B29A28F5EE}"/>
              </a:ext>
            </a:extLst>
          </p:cNvPr>
          <p:cNvSpPr>
            <a:spLocks xmlns:a="http://schemas.openxmlformats.org/drawingml/2006/main" noGrp="1"/>
          </p:cNvSpPr>
          <p:nvPr/>
        </p:nvSpPr>
        <p:spPr>
          <a:xfrm xmlns:a="http://schemas.openxmlformats.org/drawingml/2006/main">
            <a:off x="704850" y="39243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CFE5E1C8-E4E3-4D45-B576-53A9CA1917A7}"/>
              </a:ext>
            </a:extLst>
          </p:cNvPr>
          <p:cNvSpPr>
            <a:spLocks xmlns:a="http://schemas.openxmlformats.org/drawingml/2006/main" noGrp="1"/>
          </p:cNvSpPr>
          <p:nvPr/>
        </p:nvSpPr>
        <p:spPr>
          <a:xfrm xmlns:a="http://schemas.openxmlformats.org/drawingml/2006/main">
            <a:off x="1352550" y="39052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The exact Git diff</a:t>
            </a:r>
          </a:p>
        </p:txBody>
      </p:sp>
      <p:sp>
        <p:nvSpPr>
          <p:cNvPr id="20" name="">
            <a:extLst xmlns:a="http://schemas.openxmlformats.org/drawingml/2006/main">
              <a:ext uri="{FF2B5EF4-FFF2-40B4-BE49-F238E27FC236}">
                <a16:creationId xmlns:a16="http://schemas.microsoft.com/office/drawing/2014/main" id="{EC536434-89BC-421D-8232-FB18FEE15BC3}"/>
              </a:ext>
            </a:extLst>
          </p:cNvPr>
          <p:cNvSpPr>
            <a:spLocks xmlns:a="http://schemas.openxmlformats.org/drawingml/2006/main" noGrp="1"/>
          </p:cNvSpPr>
          <p:nvPr/>
        </p:nvSpPr>
        <p:spPr>
          <a:xfrm xmlns:a="http://schemas.openxmlformats.org/drawingml/2006/main">
            <a:off x="704850" y="4622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30A2EC9E-8D70-41E4-ADDF-E44CBECBA4C3}"/>
              </a:ext>
            </a:extLst>
          </p:cNvPr>
          <p:cNvSpPr>
            <a:spLocks xmlns:a="http://schemas.openxmlformats.org/drawingml/2006/main" noGrp="1"/>
          </p:cNvSpPr>
          <p:nvPr/>
        </p:nvSpPr>
        <p:spPr>
          <a:xfrm xmlns:a="http://schemas.openxmlformats.org/drawingml/2006/main">
            <a:off x="704850" y="4622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2" name="">
            <a:extLst xmlns:a="http://schemas.openxmlformats.org/drawingml/2006/main">
              <a:ext uri="{FF2B5EF4-FFF2-40B4-BE49-F238E27FC236}">
                <a16:creationId xmlns:a16="http://schemas.microsoft.com/office/drawing/2014/main" id="{FE432C9F-034F-40B6-B844-DE1FB5F80168}"/>
              </a:ext>
            </a:extLst>
          </p:cNvPr>
          <p:cNvSpPr>
            <a:spLocks xmlns:a="http://schemas.openxmlformats.org/drawingml/2006/main" noGrp="1"/>
          </p:cNvSpPr>
          <p:nvPr/>
        </p:nvSpPr>
        <p:spPr>
          <a:xfrm xmlns:a="http://schemas.openxmlformats.org/drawingml/2006/main">
            <a:off x="1352550" y="4603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Current official documentation</a:t>
            </a:r>
          </a:p>
        </p:txBody>
      </p:sp>
      <p:sp>
        <p:nvSpPr>
          <p:cNvPr id="23" name="">
            <a:extLst xmlns:a="http://schemas.openxmlformats.org/drawingml/2006/main">
              <a:ext uri="{FF2B5EF4-FFF2-40B4-BE49-F238E27FC236}">
                <a16:creationId xmlns:a16="http://schemas.microsoft.com/office/drawing/2014/main" id="{3B860795-CB1F-4DBD-BEA2-6E1A6C93D462}"/>
              </a:ext>
            </a:extLst>
          </p:cNvPr>
          <p:cNvSpPr>
            <a:spLocks xmlns:a="http://schemas.openxmlformats.org/drawingml/2006/main" noGrp="1"/>
          </p:cNvSpPr>
          <p:nvPr/>
        </p:nvSpPr>
        <p:spPr>
          <a:xfrm xmlns:a="http://schemas.openxmlformats.org/drawingml/2006/main">
            <a:off x="704850" y="53213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6CEA64DA-99AE-4BF5-AEA0-D52830F98890}"/>
              </a:ext>
            </a:extLst>
          </p:cNvPr>
          <p:cNvSpPr>
            <a:spLocks xmlns:a="http://schemas.openxmlformats.org/drawingml/2006/main" noGrp="1"/>
          </p:cNvSpPr>
          <p:nvPr/>
        </p:nvSpPr>
        <p:spPr>
          <a:xfrm xmlns:a="http://schemas.openxmlformats.org/drawingml/2006/main">
            <a:off x="704850" y="53213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6</a:t>
            </a:r>
          </a:p>
        </p:txBody>
      </p:sp>
      <p:sp>
        <p:nvSpPr>
          <p:cNvPr id="25" name="">
            <a:extLst xmlns:a="http://schemas.openxmlformats.org/drawingml/2006/main">
              <a:ext uri="{FF2B5EF4-FFF2-40B4-BE49-F238E27FC236}">
                <a16:creationId xmlns:a16="http://schemas.microsoft.com/office/drawing/2014/main" id="{5C0BB63B-2C24-40E3-80B8-7CECA8021943}"/>
              </a:ext>
            </a:extLst>
          </p:cNvPr>
          <p:cNvSpPr>
            <a:spLocks xmlns:a="http://schemas.openxmlformats.org/drawingml/2006/main" noGrp="1"/>
          </p:cNvSpPr>
          <p:nvPr/>
        </p:nvSpPr>
        <p:spPr>
          <a:xfrm xmlns:a="http://schemas.openxmlformats.org/drawingml/2006/main">
            <a:off x="1352550" y="53022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The agent explanation</a:t>
            </a:r>
          </a:p>
        </p:txBody>
      </p:sp>
      <p:sp xmlns:a="http://schemas.openxmlformats.org/drawingml/2006/main">
        <p:nvSpPr>
          <p:cNvPr id="45" name="TextBox 44"/>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0B6E99"/>
                </a:solidFill>
                <a:latin typeface="Arial"/>
              </a:rPr>
              <a:t>005</a:t>
            </a:r>
          </a:p>
        </p:txBody>
      </p:sp>
    </p:spTree>
    <p:extLst>
      <p:ext uri="{BB962C8B-B14F-4D97-AF65-F5344CB8AC3E}">
        <p14:creationId xmlns:p14="http://schemas.microsoft.com/office/powerpoint/2010/main" val="3158873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Oval 42"/>
          <p:cNvSpPr/>
          <p:nvPr/>
        </p:nvSpPr>
        <p:spPr>
          <a:xfrm>
            <a:off x="11850624"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0B6E99"/>
          </a:solidFill>
          <a:ln>
            <a:solidFill>
              <a:srgbClr val="0B6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AF4F8"/>
          </a:solidFill>
          <a:ln>
            <a:solidFill>
              <a:srgbClr val="EA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A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569BB640-BBBF-4D39-8C82-7499CD0623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E41A7E4-E9FA-4171-B40A-1679DB10104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5109030-5356-4482-A014-FCF64FD45CA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4B944D80-F9E1-4770-831D-0D80191A155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9312448C-F806-4349-84F1-25E86224589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006</a:t>
            </a:r>
          </a:p>
        </p:txBody>
      </p:sp>
      <p:sp>
        <p:nvSpPr>
          <p:cNvPr id="6" name="">
            <a:extLst xmlns:a="http://schemas.openxmlformats.org/drawingml/2006/main">
              <a:ext uri="{FF2B5EF4-FFF2-40B4-BE49-F238E27FC236}">
                <a16:creationId xmlns:a16="http://schemas.microsoft.com/office/drawing/2014/main" id="{B0A9E8DE-296C-4CD3-A5ED-D0AB62E0448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Non-negotiable safety rules</a:t>
            </a:r>
          </a:p>
        </p:txBody>
      </p:sp>
      <p:sp>
        <p:nvSpPr>
          <p:cNvPr id="7" name="">
            <a:extLst xmlns:a="http://schemas.openxmlformats.org/drawingml/2006/main">
              <a:ext uri="{FF2B5EF4-FFF2-40B4-BE49-F238E27FC236}">
                <a16:creationId xmlns:a16="http://schemas.microsoft.com/office/drawing/2014/main" id="{99E6D9F5-1A33-4D18-868B-B27FEFB75C7B}"/>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57C1476-0B81-44AB-86FA-18BD4AB08036}"/>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9" name="">
            <a:extLst xmlns:a="http://schemas.openxmlformats.org/drawingml/2006/main">
              <a:ext uri="{FF2B5EF4-FFF2-40B4-BE49-F238E27FC236}">
                <a16:creationId xmlns:a16="http://schemas.microsoft.com/office/drawing/2014/main" id="{3E4ED1F0-0072-46CC-96B7-9F3EB690A438}"/>
              </a:ext>
            </a:extLst>
          </p:cNvPr>
          <p:cNvSpPr>
            <a:spLocks xmlns:a="http://schemas.openxmlformats.org/drawingml/2006/main" noGrp="1"/>
          </p:cNvSpPr>
          <p:nvPr/>
        </p:nvSpPr>
        <p:spPr>
          <a:xfrm xmlns:a="http://schemas.openxmlformats.org/drawingml/2006/main">
            <a:off x="1352550" y="1581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Never paste credentials or private data</a:t>
            </a:r>
          </a:p>
        </p:txBody>
      </p:sp>
      <p:sp>
        <p:nvSpPr>
          <p:cNvPr id="10" name="">
            <a:extLst xmlns:a="http://schemas.openxmlformats.org/drawingml/2006/main">
              <a:ext uri="{FF2B5EF4-FFF2-40B4-BE49-F238E27FC236}">
                <a16:creationId xmlns:a16="http://schemas.microsoft.com/office/drawing/2014/main" id="{43D527E3-D483-4996-92FB-85F5F01FDDD4}"/>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950F6789-1399-4716-891E-E07610211FA1}"/>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2" name="">
            <a:extLst xmlns:a="http://schemas.openxmlformats.org/drawingml/2006/main">
              <a:ext uri="{FF2B5EF4-FFF2-40B4-BE49-F238E27FC236}">
                <a16:creationId xmlns:a16="http://schemas.microsoft.com/office/drawing/2014/main" id="{07F5103F-8D8C-4228-8E83-1B2FF028713E}"/>
              </a:ext>
            </a:extLst>
          </p:cNvPr>
          <p:cNvSpPr>
            <a:spLocks xmlns:a="http://schemas.openxmlformats.org/drawingml/2006/main" noGrp="1"/>
          </p:cNvSpPr>
          <p:nvPr/>
        </p:nvSpPr>
        <p:spPr>
          <a:xfrm xmlns:a="http://schemas.openxmlformats.org/drawingml/2006/main">
            <a:off x="1352550" y="2279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unapproved dependency</a:t>
            </a:r>
          </a:p>
        </p:txBody>
      </p:sp>
      <p:sp>
        <p:nvSpPr>
          <p:cNvPr id="13" name="">
            <a:extLst xmlns:a="http://schemas.openxmlformats.org/drawingml/2006/main">
              <a:ext uri="{FF2B5EF4-FFF2-40B4-BE49-F238E27FC236}">
                <a16:creationId xmlns:a16="http://schemas.microsoft.com/office/drawing/2014/main" id="{32B6E804-AB0C-4D1A-A71B-3011E5596B55}"/>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701F67AF-4A19-4C78-B3A6-DB442DCD469F}"/>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5" name="">
            <a:extLst xmlns:a="http://schemas.openxmlformats.org/drawingml/2006/main">
              <a:ext uri="{FF2B5EF4-FFF2-40B4-BE49-F238E27FC236}">
                <a16:creationId xmlns:a16="http://schemas.microsoft.com/office/drawing/2014/main" id="{DC6E1ED7-C2B5-42EF-A0F1-5A85923FB445}"/>
              </a:ext>
            </a:extLst>
          </p:cNvPr>
          <p:cNvSpPr>
            <a:spLocks xmlns:a="http://schemas.openxmlformats.org/drawingml/2006/main" noGrp="1"/>
          </p:cNvSpPr>
          <p:nvPr/>
        </p:nvSpPr>
        <p:spPr>
          <a:xfrm xmlns:a="http://schemas.openxmlformats.org/drawingml/2006/main">
            <a:off x="1352550" y="2978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broad rewrite to fix one defect</a:t>
            </a:r>
          </a:p>
        </p:txBody>
      </p:sp>
      <p:sp>
        <p:nvSpPr>
          <p:cNvPr id="16" name="">
            <a:extLst xmlns:a="http://schemas.openxmlformats.org/drawingml/2006/main">
              <a:ext uri="{FF2B5EF4-FFF2-40B4-BE49-F238E27FC236}">
                <a16:creationId xmlns:a16="http://schemas.microsoft.com/office/drawing/2014/main" id="{BC075A06-83EA-4078-9C65-9B52C5E74844}"/>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A7AE895-8C47-408D-AB30-3430CDC7A434}"/>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8" name="">
            <a:extLst xmlns:a="http://schemas.openxmlformats.org/drawingml/2006/main">
              <a:ext uri="{FF2B5EF4-FFF2-40B4-BE49-F238E27FC236}">
                <a16:creationId xmlns:a16="http://schemas.microsoft.com/office/drawing/2014/main" id="{179331D3-EF5A-4A6B-9861-9E052017FA73}"/>
              </a:ext>
            </a:extLst>
          </p:cNvPr>
          <p:cNvSpPr>
            <a:spLocks xmlns:a="http://schemas.openxmlformats.org/drawingml/2006/main" noGrp="1"/>
          </p:cNvSpPr>
          <p:nvPr/>
        </p:nvSpPr>
        <p:spPr>
          <a:xfrm xmlns:a="http://schemas.openxmlformats.org/drawingml/2006/main">
            <a:off x="1352550" y="3676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lint or type suppression as a shortcut</a:t>
            </a:r>
          </a:p>
        </p:txBody>
      </p:sp>
      <p:sp>
        <p:nvSpPr>
          <p:cNvPr id="19" name="">
            <a:extLst xmlns:a="http://schemas.openxmlformats.org/drawingml/2006/main">
              <a:ext uri="{FF2B5EF4-FFF2-40B4-BE49-F238E27FC236}">
                <a16:creationId xmlns:a16="http://schemas.microsoft.com/office/drawing/2014/main" id="{68408D0A-9EE7-402D-A992-EC951FFDC6EF}"/>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DC926F04-6AA9-4EAE-B404-FDA599B21591}"/>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1" name="">
            <a:extLst xmlns:a="http://schemas.openxmlformats.org/drawingml/2006/main">
              <a:ext uri="{FF2B5EF4-FFF2-40B4-BE49-F238E27FC236}">
                <a16:creationId xmlns:a16="http://schemas.microsoft.com/office/drawing/2014/main" id="{A675CBDC-054B-4166-B9DD-582DB0BE45C6}"/>
              </a:ext>
            </a:extLst>
          </p:cNvPr>
          <p:cNvSpPr>
            <a:spLocks xmlns:a="http://schemas.openxmlformats.org/drawingml/2006/main" noGrp="1"/>
          </p:cNvSpPr>
          <p:nvPr/>
        </p:nvSpPr>
        <p:spPr>
          <a:xfrm xmlns:a="http://schemas.openxmlformats.org/drawingml/2006/main">
            <a:off x="1352550" y="4375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commit before diff review</a:t>
            </a:r>
          </a:p>
        </p:txBody>
      </p:sp>
      <p:sp>
        <p:nvSpPr>
          <p:cNvPr id="22" name="">
            <a:extLst xmlns:a="http://schemas.openxmlformats.org/drawingml/2006/main">
              <a:ext uri="{FF2B5EF4-FFF2-40B4-BE49-F238E27FC236}">
                <a16:creationId xmlns:a16="http://schemas.microsoft.com/office/drawing/2014/main" id="{EF83DAF3-8CB4-4FE3-BEE0-C67FAD437F22}"/>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F05A011D-0EE0-47DE-A324-F836A8AD7003}"/>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6</a:t>
            </a:r>
          </a:p>
        </p:txBody>
      </p:sp>
      <p:sp>
        <p:nvSpPr>
          <p:cNvPr id="24" name="">
            <a:extLst xmlns:a="http://schemas.openxmlformats.org/drawingml/2006/main">
              <a:ext uri="{FF2B5EF4-FFF2-40B4-BE49-F238E27FC236}">
                <a16:creationId xmlns:a16="http://schemas.microsoft.com/office/drawing/2014/main" id="{D4491EA2-E721-4362-B4BD-4230AF008E66}"/>
              </a:ext>
            </a:extLst>
          </p:cNvPr>
          <p:cNvSpPr>
            <a:spLocks xmlns:a="http://schemas.openxmlformats.org/drawingml/2006/main" noGrp="1"/>
          </p:cNvSpPr>
          <p:nvPr/>
        </p:nvSpPr>
        <p:spPr>
          <a:xfrm xmlns:a="http://schemas.openxmlformats.org/drawingml/2006/main">
            <a:off x="1352550" y="5073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Always preserve a rollback checkpoint</a:t>
            </a:r>
          </a:p>
        </p:txBody>
      </p:sp>
      <p:sp xmlns:a="http://schemas.openxmlformats.org/drawingml/2006/main">
        <p:nvSpPr>
          <p:cNvPr id="44" name="TextBox 43"/>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0B6E99"/>
                </a:solidFill>
                <a:latin typeface="Arial"/>
              </a:rPr>
              <a:t>006</a:t>
            </a:r>
          </a:p>
        </p:txBody>
      </p:sp>
    </p:spTree>
    <p:extLst>
      <p:ext uri="{BB962C8B-B14F-4D97-AF65-F5344CB8AC3E}">
        <p14:creationId xmlns:p14="http://schemas.microsoft.com/office/powerpoint/2010/main" val="12888248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Oval 42"/>
          <p:cNvSpPr/>
          <p:nvPr/>
        </p:nvSpPr>
        <p:spPr>
          <a:xfrm>
            <a:off x="11850624"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0B6E99"/>
          </a:solidFill>
          <a:ln>
            <a:solidFill>
              <a:srgbClr val="0B6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AF4F8"/>
          </a:solidFill>
          <a:ln>
            <a:solidFill>
              <a:srgbClr val="EA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A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68D08E89-ECC5-40F6-9EAF-F47102FE4C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2E5D19C-6111-4791-B5B1-9E9DAA31E4E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A1403725-C5D6-43E8-8336-B2E1E1A9E70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36FCB7AD-670A-472A-B386-4CC4F28E441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ECF8EF0-E7BF-4867-8724-9606D5E8A62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007</a:t>
            </a:r>
          </a:p>
        </p:txBody>
      </p:sp>
      <p:sp>
        <p:nvSpPr>
          <p:cNvPr id="6" name="">
            <a:extLst xmlns:a="http://schemas.openxmlformats.org/drawingml/2006/main">
              <a:ext uri="{FF2B5EF4-FFF2-40B4-BE49-F238E27FC236}">
                <a16:creationId xmlns:a16="http://schemas.microsoft.com/office/drawing/2014/main" id="{CB54A4F7-41E8-4094-8850-8981F135BBC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One capstone, twenty increments</a:t>
            </a:r>
          </a:p>
        </p:txBody>
      </p:sp>
      <p:sp>
        <p:nvSpPr>
          <p:cNvPr id="7" name="">
            <a:extLst xmlns:a="http://schemas.openxmlformats.org/drawingml/2006/main">
              <a:ext uri="{FF2B5EF4-FFF2-40B4-BE49-F238E27FC236}">
                <a16:creationId xmlns:a16="http://schemas.microsoft.com/office/drawing/2014/main" id="{5A4CF495-5EDD-4F4B-89BD-F5C65F2045E4}"/>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CF56F78-1A67-4345-BEBA-5B77B936CA4F}"/>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9" name="">
            <a:extLst xmlns:a="http://schemas.openxmlformats.org/drawingml/2006/main">
              <a:ext uri="{FF2B5EF4-FFF2-40B4-BE49-F238E27FC236}">
                <a16:creationId xmlns:a16="http://schemas.microsoft.com/office/drawing/2014/main" id="{81F6E614-290E-4916-A5EC-06B3EEAEF7DA}"/>
              </a:ext>
            </a:extLst>
          </p:cNvPr>
          <p:cNvSpPr>
            <a:spLocks xmlns:a="http://schemas.openxmlformats.org/drawingml/2006/main" noGrp="1"/>
          </p:cNvSpPr>
          <p:nvPr/>
        </p:nvSpPr>
        <p:spPr>
          <a:xfrm xmlns:a="http://schemas.openxmlformats.org/drawingml/2006/main">
            <a:off x="1352550" y="1581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SprintBoard begins as a product brief</a:t>
            </a:r>
          </a:p>
        </p:txBody>
      </p:sp>
      <p:sp>
        <p:nvSpPr>
          <p:cNvPr id="10" name="">
            <a:extLst xmlns:a="http://schemas.openxmlformats.org/drawingml/2006/main">
              <a:ext uri="{FF2B5EF4-FFF2-40B4-BE49-F238E27FC236}">
                <a16:creationId xmlns:a16="http://schemas.microsoft.com/office/drawing/2014/main" id="{EFC562E8-D5E4-4DF0-8706-9440DA64DE18}"/>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38A47958-927D-4D6C-931A-871A53C9407D}"/>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2" name="">
            <a:extLst xmlns:a="http://schemas.openxmlformats.org/drawingml/2006/main">
              <a:ext uri="{FF2B5EF4-FFF2-40B4-BE49-F238E27FC236}">
                <a16:creationId xmlns:a16="http://schemas.microsoft.com/office/drawing/2014/main" id="{EE64B539-CDE2-4D14-9D70-C3AE4C046AA8}"/>
              </a:ext>
            </a:extLst>
          </p:cNvPr>
          <p:cNvSpPr>
            <a:spLocks xmlns:a="http://schemas.openxmlformats.org/drawingml/2006/main" noGrp="1"/>
          </p:cNvSpPr>
          <p:nvPr/>
        </p:nvSpPr>
        <p:spPr>
          <a:xfrm xmlns:a="http://schemas.openxmlformats.org/drawingml/2006/main">
            <a:off x="1352550" y="2279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Components make the board reusable</a:t>
            </a:r>
          </a:p>
        </p:txBody>
      </p:sp>
      <p:sp>
        <p:nvSpPr>
          <p:cNvPr id="13" name="">
            <a:extLst xmlns:a="http://schemas.openxmlformats.org/drawingml/2006/main">
              <a:ext uri="{FF2B5EF4-FFF2-40B4-BE49-F238E27FC236}">
                <a16:creationId xmlns:a16="http://schemas.microsoft.com/office/drawing/2014/main" id="{3AD4FD3A-7D5E-4F80-803F-FFA405840C65}"/>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3449D760-EC42-41F3-BE76-3CC4BCDD0EA6}"/>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5" name="">
            <a:extLst xmlns:a="http://schemas.openxmlformats.org/drawingml/2006/main">
              <a:ext uri="{FF2B5EF4-FFF2-40B4-BE49-F238E27FC236}">
                <a16:creationId xmlns:a16="http://schemas.microsoft.com/office/drawing/2014/main" id="{4627596D-9247-4DCC-8BDC-5F69CB8D26C5}"/>
              </a:ext>
            </a:extLst>
          </p:cNvPr>
          <p:cNvSpPr>
            <a:spLocks xmlns:a="http://schemas.openxmlformats.org/drawingml/2006/main" noGrp="1"/>
          </p:cNvSpPr>
          <p:nvPr/>
        </p:nvSpPr>
        <p:spPr>
          <a:xfrm xmlns:a="http://schemas.openxmlformats.org/drawingml/2006/main">
            <a:off x="1352550" y="2978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State and hooks make it interactive</a:t>
            </a:r>
          </a:p>
        </p:txBody>
      </p:sp>
      <p:sp>
        <p:nvSpPr>
          <p:cNvPr id="16" name="">
            <a:extLst xmlns:a="http://schemas.openxmlformats.org/drawingml/2006/main">
              <a:ext uri="{FF2B5EF4-FFF2-40B4-BE49-F238E27FC236}">
                <a16:creationId xmlns:a16="http://schemas.microsoft.com/office/drawing/2014/main" id="{C948EB06-320B-4506-A48D-210BDF5CF633}"/>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966A349D-4EB3-408B-BA0A-27F9965EC02E}"/>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8" name="">
            <a:extLst xmlns:a="http://schemas.openxmlformats.org/drawingml/2006/main">
              <a:ext uri="{FF2B5EF4-FFF2-40B4-BE49-F238E27FC236}">
                <a16:creationId xmlns:a16="http://schemas.microsoft.com/office/drawing/2014/main" id="{6360BD1B-764D-4A15-9CB3-E4527E2FD8FE}"/>
              </a:ext>
            </a:extLst>
          </p:cNvPr>
          <p:cNvSpPr>
            <a:spLocks xmlns:a="http://schemas.openxmlformats.org/drawingml/2006/main" noGrp="1"/>
          </p:cNvSpPr>
          <p:nvPr/>
        </p:nvSpPr>
        <p:spPr>
          <a:xfrm xmlns:a="http://schemas.openxmlformats.org/drawingml/2006/main">
            <a:off x="1352550" y="3676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Routes and data make it navigable</a:t>
            </a:r>
          </a:p>
        </p:txBody>
      </p:sp>
      <p:sp>
        <p:nvSpPr>
          <p:cNvPr id="19" name="">
            <a:extLst xmlns:a="http://schemas.openxmlformats.org/drawingml/2006/main">
              <a:ext uri="{FF2B5EF4-FFF2-40B4-BE49-F238E27FC236}">
                <a16:creationId xmlns:a16="http://schemas.microsoft.com/office/drawing/2014/main" id="{4A0CFF73-5FC2-4C98-B0F6-41E5452450D6}"/>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FA80E380-3CE1-4D2C-9BC1-41B283F35BAD}"/>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1" name="">
            <a:extLst xmlns:a="http://schemas.openxmlformats.org/drawingml/2006/main">
              <a:ext uri="{FF2B5EF4-FFF2-40B4-BE49-F238E27FC236}">
                <a16:creationId xmlns:a16="http://schemas.microsoft.com/office/drawing/2014/main" id="{96C249E5-A44D-460B-8BD1-7D5FDE7D43AA}"/>
              </a:ext>
            </a:extLst>
          </p:cNvPr>
          <p:cNvSpPr>
            <a:spLocks xmlns:a="http://schemas.openxmlformats.org/drawingml/2006/main" noGrp="1"/>
          </p:cNvSpPr>
          <p:nvPr/>
        </p:nvSpPr>
        <p:spPr>
          <a:xfrm xmlns:a="http://schemas.openxmlformats.org/drawingml/2006/main">
            <a:off x="1352550" y="4375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Tests and audits make it trustworthy</a:t>
            </a:r>
          </a:p>
        </p:txBody>
      </p:sp>
      <p:sp>
        <p:nvSpPr>
          <p:cNvPr id="22" name="">
            <a:extLst xmlns:a="http://schemas.openxmlformats.org/drawingml/2006/main">
              <a:ext uri="{FF2B5EF4-FFF2-40B4-BE49-F238E27FC236}">
                <a16:creationId xmlns:a16="http://schemas.microsoft.com/office/drawing/2014/main" id="{6F304414-EABB-445A-B849-B66EA9F903AE}"/>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31649EB4-AC46-4395-A78F-6D80122CC31C}"/>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6</a:t>
            </a:r>
          </a:p>
        </p:txBody>
      </p:sp>
      <p:sp>
        <p:nvSpPr>
          <p:cNvPr id="24" name="">
            <a:extLst xmlns:a="http://schemas.openxmlformats.org/drawingml/2006/main">
              <a:ext uri="{FF2B5EF4-FFF2-40B4-BE49-F238E27FC236}">
                <a16:creationId xmlns:a16="http://schemas.microsoft.com/office/drawing/2014/main" id="{C7587863-367E-4FE0-8632-F0DA93AD672A}"/>
              </a:ext>
            </a:extLst>
          </p:cNvPr>
          <p:cNvSpPr>
            <a:spLocks xmlns:a="http://schemas.openxmlformats.org/drawingml/2006/main" noGrp="1"/>
          </p:cNvSpPr>
          <p:nvPr/>
        </p:nvSpPr>
        <p:spPr>
          <a:xfrm xmlns:a="http://schemas.openxmlformats.org/drawingml/2006/main">
            <a:off x="1352550" y="5073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Deployment makes the evidence public</a:t>
            </a:r>
          </a:p>
        </p:txBody>
      </p:sp>
      <p:sp xmlns:a="http://schemas.openxmlformats.org/drawingml/2006/main">
        <p:nvSpPr>
          <p:cNvPr id="44" name="TextBox 43"/>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0B6E99"/>
                </a:solidFill>
                <a:latin typeface="Arial"/>
              </a:rPr>
              <a:t>007</a:t>
            </a:r>
          </a:p>
        </p:txBody>
      </p:sp>
    </p:spTree>
    <p:extLst>
      <p:ext uri="{BB962C8B-B14F-4D97-AF65-F5344CB8AC3E}">
        <p14:creationId xmlns:p14="http://schemas.microsoft.com/office/powerpoint/2010/main" val="4213635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3" name="Oval 32"/>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Rectangle 9"/>
          <p:cNvSpPr/>
          <p:nvPr/>
        </p:nvSpPr>
        <p:spPr>
          <a:xfrm>
            <a:off x="7909560" y="0"/>
            <a:ext cx="4282135" cy="6858000"/>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201168"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09D16AEA-B4A4-4A81-8A88-CF9ABFE184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ABBAB16-F8B8-400D-8D8D-5237A900F28D}"/>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E8CF568-40CF-4527-A3BA-7B380DF2BBCE}"/>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8FA2CABB-2830-4407-94D5-6AB094D9F310}"/>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Topic 1: Getting Started with AI Vibe Coding for React</a:t>
            </a:r>
          </a:p>
        </p:txBody>
      </p:sp>
      <p:sp>
        <p:nvSpPr>
          <p:cNvPr id="5" name="">
            <a:extLst xmlns:a="http://schemas.openxmlformats.org/drawingml/2006/main">
              <a:ext uri="{FF2B5EF4-FFF2-40B4-BE49-F238E27FC236}">
                <a16:creationId xmlns:a16="http://schemas.microsoft.com/office/drawing/2014/main" id="{6344530A-30BB-4057-9520-F0CC5EADC33B}"/>
              </a:ext>
            </a:extLst>
          </p:cNvPr>
          <p:cNvSpPr>
            <a:spLocks xmlns:a="http://schemas.openxmlformats.org/drawingml/2006/main" noGrp="1"/>
          </p:cNvSpPr>
          <p:nvPr/>
        </p:nvSpPr>
        <p:spPr>
          <a:xfrm xmlns:a="http://schemas.openxmlformats.org/drawingml/2006/main">
            <a:off x="800100" y="323850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A6872"/>
                </a:solidFill>
              </a:defRPr>
            </a:pPr>
            <a:r>
              <a:rPr sz="1725" b="0">
                <a:solidFill>
                  <a:srgbClr val="5A6872"/>
                </a:solidFill>
              </a:rPr>
              <a:t>Set up an AI coding assistant, scaffold a React app from a prompt, and control generated work with an evidence-led engineering loop.</a:t>
            </a:r>
          </a:p>
        </p:txBody>
      </p:sp>
      <p:sp>
        <p:nvSpPr>
          <p:cNvPr id="6" name="">
            <a:extLst xmlns:a="http://schemas.openxmlformats.org/drawingml/2006/main">
              <a:ext uri="{FF2B5EF4-FFF2-40B4-BE49-F238E27FC236}">
                <a16:creationId xmlns:a16="http://schemas.microsoft.com/office/drawing/2014/main" id="{A67F638D-13FA-4B10-9EC7-C68E854EE4FF}"/>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9AFE4BA-6880-4C5C-B96E-A63E8E292248}"/>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AFF703B2-EFA1-4914-A84D-9741435C1660}"/>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2.1  •  Agentic AI Loop Engineering</a:t>
            </a:r>
          </a:p>
        </p:txBody>
      </p:sp>
      <p:sp xmlns:a="http://schemas.openxmlformats.org/drawingml/2006/main">
        <p:nvSpPr>
          <p:cNvPr id="11" name="Rounded Rectangle 10"/>
          <p:cNvSpPr/>
          <p:nvPr/>
        </p:nvSpPr>
        <p:spPr>
          <a:xfrm>
            <a:off x="8366760" y="5047488"/>
            <a:ext cx="1051560" cy="658368"/>
          </a:xfrm>
          <a:prstGeom prst="roundRect">
            <a:avLst/>
          </a:prstGeom>
          <a:solidFill>
            <a:srgbClr val="FFFFFF"/>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ounded Rectangle 11"/>
          <p:cNvSpPr/>
          <p:nvPr/>
        </p:nvSpPr>
        <p:spPr>
          <a:xfrm>
            <a:off x="9857232" y="5047488"/>
            <a:ext cx="1051560" cy="658368"/>
          </a:xfrm>
          <a:prstGeom prst="roundRect">
            <a:avLst/>
          </a:prstGeom>
          <a:solidFill>
            <a:srgbClr val="FFFFFF"/>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ounded Rectangle 12"/>
          <p:cNvSpPr/>
          <p:nvPr/>
        </p:nvSpPr>
        <p:spPr>
          <a:xfrm>
            <a:off x="11018520" y="5047488"/>
            <a:ext cx="1051560" cy="658368"/>
          </a:xfrm>
          <a:prstGeom prst="roundRect">
            <a:avLst/>
          </a:prstGeom>
          <a:solidFill>
            <a:srgbClr val="FFFFFF"/>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9418320" y="5340096"/>
            <a:ext cx="438912" cy="73152"/>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0908792" y="5340096"/>
            <a:ext cx="109728" cy="73152"/>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8522208" y="5212080"/>
            <a:ext cx="749808" cy="219456"/>
          </a:xfrm>
          <a:prstGeom prst="rect">
            <a:avLst/>
          </a:prstGeom>
          <a:noFill/>
        </p:spPr>
        <p:txBody>
          <a:bodyPr wrap="none" lIns="0" rIns="0" tIns="0" bIns="0" anchor="ctr">
            <a:spAutoFit/>
          </a:bodyPr>
          <a:lstStyle/>
          <a:p>
            <a:pPr algn="ctr"/>
            <a:r>
              <a:rPr sz="900" b="1">
                <a:solidFill>
                  <a:srgbClr val="0B8F87"/>
                </a:solidFill>
                <a:latin typeface="Arial"/>
              </a:rPr>
              <a:t>&lt;/&gt;  CODE</a:t>
            </a:r>
          </a:p>
        </p:txBody>
      </p:sp>
      <p:sp xmlns:a="http://schemas.openxmlformats.org/drawingml/2006/main">
        <p:nvSpPr>
          <p:cNvPr id="17" name="TextBox 16"/>
          <p:cNvSpPr txBox="1"/>
          <p:nvPr/>
        </p:nvSpPr>
        <p:spPr>
          <a:xfrm>
            <a:off x="10003536" y="5212080"/>
            <a:ext cx="749808" cy="219456"/>
          </a:xfrm>
          <a:prstGeom prst="rect">
            <a:avLst/>
          </a:prstGeom>
          <a:noFill/>
        </p:spPr>
        <p:txBody>
          <a:bodyPr wrap="none" lIns="0" rIns="0" tIns="0" bIns="0" anchor="ctr">
            <a:spAutoFit/>
          </a:bodyPr>
          <a:lstStyle/>
          <a:p>
            <a:pPr algn="ctr"/>
            <a:r>
              <a:rPr sz="900" b="1">
                <a:solidFill>
                  <a:srgbClr val="0B8F87"/>
                </a:solidFill>
                <a:latin typeface="Arial"/>
              </a:rPr>
              <a:t>AI  PLAN</a:t>
            </a:r>
          </a:p>
        </p:txBody>
      </p:sp>
      <p:sp xmlns:a="http://schemas.openxmlformats.org/drawingml/2006/main">
        <p:nvSpPr>
          <p:cNvPr id="18" name="TextBox 17"/>
          <p:cNvSpPr txBox="1"/>
          <p:nvPr/>
        </p:nvSpPr>
        <p:spPr>
          <a:xfrm>
            <a:off x="11173968" y="5212080"/>
            <a:ext cx="640080" cy="219456"/>
          </a:xfrm>
          <a:prstGeom prst="rect">
            <a:avLst/>
          </a:prstGeom>
          <a:noFill/>
        </p:spPr>
        <p:txBody>
          <a:bodyPr wrap="none" lIns="0" rIns="0" tIns="0" bIns="0" anchor="ctr">
            <a:spAutoFit/>
          </a:bodyPr>
          <a:lstStyle/>
          <a:p>
            <a:pPr algn="ctr"/>
            <a:r>
              <a:rPr sz="900" b="1">
                <a:solidFill>
                  <a:srgbClr val="0B8F87"/>
                </a:solidFill>
                <a:latin typeface="Arial"/>
              </a:rPr>
              <a:t>SHIP</a:t>
            </a:r>
          </a:p>
        </p:txBody>
      </p:sp>
    </p:spTree>
    <p:extLst>
      <p:ext uri="{BB962C8B-B14F-4D97-AF65-F5344CB8AC3E}">
        <p14:creationId xmlns:p14="http://schemas.microsoft.com/office/powerpoint/2010/main" val="7002403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Oval 40"/>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301A387E-0EE5-4ADB-909D-53BD057CEC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0E32AB5-5216-44F7-9B5E-478F9D261AD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9E1E483-8818-435B-95DA-5B1CE0766D6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1</a:t>
            </a:r>
          </a:p>
        </p:txBody>
      </p:sp>
      <p:sp>
        <p:nvSpPr>
          <p:cNvPr id="4" name="">
            <a:extLst xmlns:a="http://schemas.openxmlformats.org/drawingml/2006/main">
              <a:ext uri="{FF2B5EF4-FFF2-40B4-BE49-F238E27FC236}">
                <a16:creationId xmlns:a16="http://schemas.microsoft.com/office/drawing/2014/main" id="{7622A4D6-B5E1-4ABB-B28F-4E5B31EB29B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2FBCEEF5-C6DE-44AD-A8DC-0D1615C3F9E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009</a:t>
            </a:r>
          </a:p>
        </p:txBody>
      </p:sp>
      <p:sp>
        <p:nvSpPr>
          <p:cNvPr id="6" name="">
            <a:extLst xmlns:a="http://schemas.openxmlformats.org/drawingml/2006/main">
              <a:ext uri="{FF2B5EF4-FFF2-40B4-BE49-F238E27FC236}">
                <a16:creationId xmlns:a16="http://schemas.microsoft.com/office/drawing/2014/main" id="{19BF6ED0-5C09-48F3-9D17-638BFACFE78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Published topic outcomes</a:t>
            </a:r>
          </a:p>
        </p:txBody>
      </p:sp>
      <p:sp>
        <p:nvSpPr>
          <p:cNvPr id="7" name="">
            <a:extLst xmlns:a="http://schemas.openxmlformats.org/drawingml/2006/main">
              <a:ext uri="{FF2B5EF4-FFF2-40B4-BE49-F238E27FC236}">
                <a16:creationId xmlns:a16="http://schemas.microsoft.com/office/drawing/2014/main" id="{BD0D13B9-446F-4C50-8DF0-5A52C98DCE33}"/>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Five connected labs; every lab ends in a recoverable checkpoint.</a:t>
            </a:r>
          </a:p>
        </p:txBody>
      </p:sp>
      <p:sp>
        <p:nvSpPr>
          <p:cNvPr id="8" name="">
            <a:extLst xmlns:a="http://schemas.openxmlformats.org/drawingml/2006/main">
              <a:ext uri="{FF2B5EF4-FFF2-40B4-BE49-F238E27FC236}">
                <a16:creationId xmlns:a16="http://schemas.microsoft.com/office/drawing/2014/main" id="{3E7D9BD4-F7DF-464B-B2F4-2E3D51C4FB6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0660D843-924C-402F-8622-759F08194469}"/>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0A67C714-A3B7-4E2A-99C6-3C8A64478CF3}"/>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1.1 — Prepare the Agentic React Workspace</a:t>
            </a:r>
          </a:p>
        </p:txBody>
      </p:sp>
      <p:sp>
        <p:nvSpPr>
          <p:cNvPr id="11" name="">
            <a:extLst xmlns:a="http://schemas.openxmlformats.org/drawingml/2006/main">
              <a:ext uri="{FF2B5EF4-FFF2-40B4-BE49-F238E27FC236}">
                <a16:creationId xmlns:a16="http://schemas.microsoft.com/office/drawing/2014/main" id="{08B4E2F7-4627-4FD3-B312-957D3D8CE53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2EA1FC3-7CD0-415F-B6F5-6D4D90E840A3}"/>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128CF414-7387-4081-9F4D-CE808D9ED13A}"/>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1.2 — Scaffold SprintBoard with Vite and React</a:t>
            </a:r>
          </a:p>
        </p:txBody>
      </p:sp>
      <p:sp>
        <p:nvSpPr>
          <p:cNvPr id="14" name="">
            <a:extLst xmlns:a="http://schemas.openxmlformats.org/drawingml/2006/main">
              <a:ext uri="{FF2B5EF4-FFF2-40B4-BE49-F238E27FC236}">
                <a16:creationId xmlns:a16="http://schemas.microsoft.com/office/drawing/2014/main" id="{FB19FDC5-C6FA-4068-9969-80D1DC34AD7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5A8A0DAF-6BA9-4CE9-B01E-2F9F833E0D2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B662D5F3-F4D0-491C-9A31-F0338EFEED35}"/>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1.3 — Write a Testable Product Brief and Acceptance Criteria</a:t>
            </a:r>
          </a:p>
        </p:txBody>
      </p:sp>
      <p:sp>
        <p:nvSpPr>
          <p:cNvPr id="17" name="">
            <a:extLst xmlns:a="http://schemas.openxmlformats.org/drawingml/2006/main">
              <a:ext uri="{FF2B5EF4-FFF2-40B4-BE49-F238E27FC236}">
                <a16:creationId xmlns:a16="http://schemas.microsoft.com/office/drawing/2014/main" id="{00AEFFC5-7716-43B6-8EA1-199B6B069BF8}"/>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20EF5899-E3DC-4874-BDA6-3D87BFAC7F3F}"/>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90C2CC00-0433-458A-A94B-2A6F20417B83}"/>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1.4 — Engineer a Plan–Diff–Verify Prompt Contract</a:t>
            </a:r>
          </a:p>
        </p:txBody>
      </p:sp>
      <p:sp>
        <p:nvSpPr>
          <p:cNvPr id="20" name="">
            <a:extLst xmlns:a="http://schemas.openxmlformats.org/drawingml/2006/main">
              <a:ext uri="{FF2B5EF4-FFF2-40B4-BE49-F238E27FC236}">
                <a16:creationId xmlns:a16="http://schemas.microsoft.com/office/drawing/2014/main" id="{8AA95F1D-E272-40AA-AC36-D4AEE9A8EBC9}"/>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51E2DF25-2098-400B-A708-4D5BCDB71D10}"/>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2" name="">
            <a:extLst xmlns:a="http://schemas.openxmlformats.org/drawingml/2006/main">
              <a:ext uri="{FF2B5EF4-FFF2-40B4-BE49-F238E27FC236}">
                <a16:creationId xmlns:a16="http://schemas.microsoft.com/office/drawing/2014/main" id="{1213A1DB-D580-43A8-AA2A-FE68E1381A34}"/>
              </a:ext>
            </a:extLst>
          </p:cNvPr>
          <p:cNvSpPr>
            <a:spLocks xmlns:a="http://schemas.openxmlformats.org/drawingml/2006/main" noGrp="1"/>
          </p:cNvSpPr>
          <p:nvPr/>
        </p:nvSpPr>
        <p:spPr>
          <a:xfrm xmlns:a="http://schemas.openxmlformats.org/drawingml/2006/main">
            <a:off x="1352550" y="49339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1.5 — Build and Review the First React Screen</a:t>
            </a:r>
          </a:p>
        </p:txBody>
      </p:sp>
      <p:sp xmlns:a="http://schemas.openxmlformats.org/drawingml/2006/main">
        <p:nvSpPr>
          <p:cNvPr id="42" name="TextBox 41"/>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0B8F87"/>
                </a:solidFill>
                <a:latin typeface="Arial"/>
              </a:rPr>
              <a:t>009</a:t>
            </a:r>
          </a:p>
        </p:txBody>
      </p:sp>
    </p:spTree>
    <p:extLst>
      <p:ext uri="{BB962C8B-B14F-4D97-AF65-F5344CB8AC3E}">
        <p14:creationId xmlns:p14="http://schemas.microsoft.com/office/powerpoint/2010/main" val="5859645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0" name="Oval 39"/>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60668B31-04B6-436A-9B6D-0DA276F801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A17051B-2927-41C2-8DFD-90A0C615EB9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6200558-B336-46FF-9F85-AD1657C7EBE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1</a:t>
            </a:r>
          </a:p>
        </p:txBody>
      </p:sp>
      <p:sp>
        <p:nvSpPr>
          <p:cNvPr id="4" name="">
            <a:extLst xmlns:a="http://schemas.openxmlformats.org/drawingml/2006/main">
              <a:ext uri="{FF2B5EF4-FFF2-40B4-BE49-F238E27FC236}">
                <a16:creationId xmlns:a16="http://schemas.microsoft.com/office/drawing/2014/main" id="{C9345218-FADD-4918-A118-3F58CB2C9EC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06F2755-A791-48F1-8D30-E1A06B3A312B}"/>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010</a:t>
            </a:r>
          </a:p>
        </p:txBody>
      </p:sp>
      <p:sp>
        <p:nvSpPr>
          <p:cNvPr id="6" name="">
            <a:extLst xmlns:a="http://schemas.openxmlformats.org/drawingml/2006/main">
              <a:ext uri="{FF2B5EF4-FFF2-40B4-BE49-F238E27FC236}">
                <a16:creationId xmlns:a16="http://schemas.microsoft.com/office/drawing/2014/main" id="{0C3D8CB9-5CAD-4276-BB7E-5295394127B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Topic learning journey</a:t>
            </a:r>
          </a:p>
        </p:txBody>
      </p:sp>
      <p:sp>
        <p:nvSpPr>
          <p:cNvPr id="7" name="">
            <a:extLst xmlns:a="http://schemas.openxmlformats.org/drawingml/2006/main">
              <a:ext uri="{FF2B5EF4-FFF2-40B4-BE49-F238E27FC236}">
                <a16:creationId xmlns:a16="http://schemas.microsoft.com/office/drawing/2014/main" id="{2143FCD3-2AAA-42C9-B573-000831ADA2A0}"/>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21B639B-9027-46BB-93ED-851F3A27D67F}"/>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540E21B2-D1DA-4A6F-966B-E747173CC601}"/>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1.1 Verify Node, Git, VS Code and an approved coding agent; create a safe project folder and evidence log.</a:t>
            </a:r>
          </a:p>
        </p:txBody>
      </p:sp>
      <p:sp>
        <p:nvSpPr>
          <p:cNvPr id="10" name="">
            <a:extLst xmlns:a="http://schemas.openxmlformats.org/drawingml/2006/main">
              <a:ext uri="{FF2B5EF4-FFF2-40B4-BE49-F238E27FC236}">
                <a16:creationId xmlns:a16="http://schemas.microsoft.com/office/drawing/2014/main" id="{AA78D8FB-0C19-4C9F-BE02-BE5BF7E5F431}"/>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AB67652-7411-418F-96FD-43776A3EAC5D}"/>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D00C4EDA-0DF9-47F3-B24A-E88BE0C16206}"/>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1.2 Create a Vite React TypeScript app, run the development server, and explain the boot sequence.</a:t>
            </a:r>
          </a:p>
        </p:txBody>
      </p:sp>
      <p:sp>
        <p:nvSpPr>
          <p:cNvPr id="13" name="">
            <a:extLst xmlns:a="http://schemas.openxmlformats.org/drawingml/2006/main">
              <a:ext uri="{FF2B5EF4-FFF2-40B4-BE49-F238E27FC236}">
                <a16:creationId xmlns:a16="http://schemas.microsoft.com/office/drawing/2014/main" id="{43185BA7-DBB5-44BB-BED4-E9DA3CDD23BA}"/>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976150CF-C998-454D-880B-7D01F20B5C4D}"/>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00C7015F-10B3-48A6-B2EE-7AF189CDCD64}"/>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1.3 Turn a vague app idea into a bounded SprintBoard brief, non-goals, risks and observable acceptance checks.</a:t>
            </a:r>
          </a:p>
        </p:txBody>
      </p:sp>
      <p:sp>
        <p:nvSpPr>
          <p:cNvPr id="16" name="">
            <a:extLst xmlns:a="http://schemas.openxmlformats.org/drawingml/2006/main">
              <a:ext uri="{FF2B5EF4-FFF2-40B4-BE49-F238E27FC236}">
                <a16:creationId xmlns:a16="http://schemas.microsoft.com/office/drawing/2014/main" id="{D5EDE866-111F-4204-AD08-6C006719A223}"/>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91447042-A203-4DAD-9CFF-F4C5C3F44203}"/>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12F9F2D9-EB5E-40FD-9143-4A78178D88CB}"/>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1.4 Create reusable prompt and review templates that force planning, bounded edits and verification evidence.</a:t>
            </a:r>
          </a:p>
        </p:txBody>
      </p:sp>
      <p:sp>
        <p:nvSpPr>
          <p:cNvPr id="19" name="">
            <a:extLst xmlns:a="http://schemas.openxmlformats.org/drawingml/2006/main">
              <a:ext uri="{FF2B5EF4-FFF2-40B4-BE49-F238E27FC236}">
                <a16:creationId xmlns:a16="http://schemas.microsoft.com/office/drawing/2014/main" id="{6AC4D4F7-8AB6-4787-B83F-AA4575D329C6}"/>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285EB207-D767-42EE-A56B-5F8B6A80722F}"/>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3E288975-D80A-4F65-8D6C-654742795372}"/>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1.5 Replace the starter content with a semantic SprintBoard shell while reviewing every generated line.</a:t>
            </a:r>
          </a:p>
        </p:txBody>
      </p:sp>
      <p:sp xmlns:a="http://schemas.openxmlformats.org/drawingml/2006/main">
        <p:nvSpPr>
          <p:cNvPr id="41" name="TextBox 40"/>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0B8F87"/>
                </a:solidFill>
                <a:latin typeface="Arial"/>
              </a:rPr>
              <a:t>010</a:t>
            </a:r>
          </a:p>
        </p:txBody>
      </p:sp>
    </p:spTree>
    <p:extLst>
      <p:ext uri="{BB962C8B-B14F-4D97-AF65-F5344CB8AC3E}">
        <p14:creationId xmlns:p14="http://schemas.microsoft.com/office/powerpoint/2010/main" val="8068921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424F3F93-7BEC-40D7-B034-A5D00F0F0C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318BDA2-87C1-4A1F-AE8E-0F40F5669A8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AD1266EF-4324-4D97-8A95-4D57E41E2B4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35213DD3-EAA2-4397-9378-0A527CD530A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943BC7D7-DC64-4076-889F-3B685DEA7B0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011</a:t>
            </a:r>
          </a:p>
        </p:txBody>
      </p:sp>
      <p:sp>
        <p:nvSpPr>
          <p:cNvPr id="6" name="">
            <a:extLst xmlns:a="http://schemas.openxmlformats.org/drawingml/2006/main">
              <a:ext uri="{FF2B5EF4-FFF2-40B4-BE49-F238E27FC236}">
                <a16:creationId xmlns:a16="http://schemas.microsoft.com/office/drawing/2014/main" id="{79A23F1F-BC19-4BD2-883B-4B82F055B17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Prepare the Agentic React Workspace</a:t>
            </a:r>
          </a:p>
        </p:txBody>
      </p:sp>
      <p:sp>
        <p:nvSpPr>
          <p:cNvPr id="7" name="">
            <a:extLst xmlns:a="http://schemas.openxmlformats.org/drawingml/2006/main">
              <a:ext uri="{FF2B5EF4-FFF2-40B4-BE49-F238E27FC236}">
                <a16:creationId xmlns:a16="http://schemas.microsoft.com/office/drawing/2014/main" id="{F860ECD8-6151-40F4-A41D-E07D83B780C8}"/>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EB5F926C-63E8-4173-98A9-F43E2A1CEDA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D3AD123-767A-40FB-8E81-6EC46A2824C5}"/>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8069821E-08C7-4BCE-AB98-5EB8B7BA4C65}"/>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Verify Node, Git, VS Code and an approved coding agent; create a safe project folder and evidence log.</a:t>
            </a:r>
          </a:p>
        </p:txBody>
      </p:sp>
      <p:sp>
        <p:nvSpPr>
          <p:cNvPr id="11" name="">
            <a:extLst xmlns:a="http://schemas.openxmlformats.org/drawingml/2006/main">
              <a:ext uri="{FF2B5EF4-FFF2-40B4-BE49-F238E27FC236}">
                <a16:creationId xmlns:a16="http://schemas.microsoft.com/office/drawing/2014/main" id="{3DDF677C-8429-4487-9D69-B18F722C1777}"/>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A6145BA6-D50B-4425-8B50-7D818AF066B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D5732125-C59C-4DC3-B420-63D4757E8A1A}"/>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training-log/README.md, AGENTS.md</a:t>
            </a:r>
          </a:p>
        </p:txBody>
      </p:sp>
      <p:sp>
        <p:nvSpPr>
          <p:cNvPr id="14" name="">
            <a:extLst xmlns:a="http://schemas.openxmlformats.org/drawingml/2006/main">
              <a:ext uri="{FF2B5EF4-FFF2-40B4-BE49-F238E27FC236}">
                <a16:creationId xmlns:a16="http://schemas.microsoft.com/office/drawing/2014/main" id="{187E1E81-04B4-4BA6-B5BB-2094EC22B4A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75749520-BDCD-482D-92E2-9B883215F28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0D05190F-1CF9-47A9-821D-F688602893B9}"/>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35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1.1</a:t>
            </a:r>
          </a:p>
        </p:txBody>
      </p:sp>
    </p:spTree>
    <p:extLst>
      <p:ext uri="{BB962C8B-B14F-4D97-AF65-F5344CB8AC3E}">
        <p14:creationId xmlns:p14="http://schemas.microsoft.com/office/powerpoint/2010/main" val="8902882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6568B0ED-B048-4D83-A362-6A7D196247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BE06DF0-8660-4C1E-B811-5A67A7D9287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3BD8453-2F1F-4C47-AB78-F1627F540EA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818BD409-0FB1-4CFB-9525-0BB36BA97F1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531089A1-20AE-4254-8C19-17C27B0278C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012</a:t>
            </a:r>
          </a:p>
        </p:txBody>
      </p:sp>
      <p:sp>
        <p:nvSpPr>
          <p:cNvPr id="6" name="">
            <a:extLst xmlns:a="http://schemas.openxmlformats.org/drawingml/2006/main">
              <a:ext uri="{FF2B5EF4-FFF2-40B4-BE49-F238E27FC236}">
                <a16:creationId xmlns:a16="http://schemas.microsoft.com/office/drawing/2014/main" id="{E6BCF62B-6724-4C0C-9831-30D373191CE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AC268C64-651D-460F-B0E0-95C72682B829}"/>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FEABAC2-9C25-4502-91B3-364CBE77B7CB}"/>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C0D45AAD-CD8E-4F34-ADE1-C211B3B3059D}"/>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27AF9D63-392C-42B2-94AC-9E2B4A4C29B0}"/>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419DFEF8-CB75-4AD7-BD35-3C79827BACC7}"/>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toolchain</a:t>
            </a:r>
          </a:p>
        </p:txBody>
      </p:sp>
      <p:sp>
        <p:nvSpPr>
          <p:cNvPr id="12" name="">
            <a:extLst xmlns:a="http://schemas.openxmlformats.org/drawingml/2006/main">
              <a:ext uri="{FF2B5EF4-FFF2-40B4-BE49-F238E27FC236}">
                <a16:creationId xmlns:a16="http://schemas.microsoft.com/office/drawing/2014/main" id="{4E2F87B1-25A9-409A-8188-4CBFE93268E0}"/>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working directory</a:t>
            </a:r>
          </a:p>
        </p:txBody>
      </p:sp>
      <p:sp>
        <p:nvSpPr>
          <p:cNvPr id="13" name="">
            <a:extLst xmlns:a="http://schemas.openxmlformats.org/drawingml/2006/main">
              <a:ext uri="{FF2B5EF4-FFF2-40B4-BE49-F238E27FC236}">
                <a16:creationId xmlns:a16="http://schemas.microsoft.com/office/drawing/2014/main" id="{DAB37647-ED4C-44A3-9342-D8DE663C66C4}"/>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agent scope</a:t>
            </a:r>
          </a:p>
        </p:txBody>
      </p:sp>
      <p:sp>
        <p:nvSpPr>
          <p:cNvPr id="14" name="">
            <a:extLst xmlns:a="http://schemas.openxmlformats.org/drawingml/2006/main">
              <a:ext uri="{FF2B5EF4-FFF2-40B4-BE49-F238E27FC236}">
                <a16:creationId xmlns:a16="http://schemas.microsoft.com/office/drawing/2014/main" id="{D8AE8126-1508-4D9B-A1B9-E9B0C2F4E563}"/>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evidence trail</a:t>
            </a:r>
          </a:p>
        </p:txBody>
      </p:sp>
      <p:sp>
        <p:nvSpPr>
          <p:cNvPr id="15" name="">
            <a:extLst xmlns:a="http://schemas.openxmlformats.org/drawingml/2006/main">
              <a:ext uri="{FF2B5EF4-FFF2-40B4-BE49-F238E27FC236}">
                <a16:creationId xmlns:a16="http://schemas.microsoft.com/office/drawing/2014/main" id="{4464D434-C1BB-4217-870A-09245894217F}"/>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Tool versions are recorded</a:t>
            </a:r>
          </a:p>
        </p:txBody>
      </p:sp>
      <p:sp>
        <p:nvSpPr>
          <p:cNvPr id="16" name="">
            <a:extLst xmlns:a="http://schemas.openxmlformats.org/drawingml/2006/main">
              <a:ext uri="{FF2B5EF4-FFF2-40B4-BE49-F238E27FC236}">
                <a16:creationId xmlns:a16="http://schemas.microsoft.com/office/drawing/2014/main" id="{78440744-BCFD-4464-9EFC-F3B23ACF7EF3}"/>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AGENTS.md names scope and acceptance rules</a:t>
            </a:r>
          </a:p>
        </p:txBody>
      </p:sp>
      <p:sp>
        <p:nvSpPr>
          <p:cNvPr id="17" name="">
            <a:extLst xmlns:a="http://schemas.openxmlformats.org/drawingml/2006/main">
              <a:ext uri="{FF2B5EF4-FFF2-40B4-BE49-F238E27FC236}">
                <a16:creationId xmlns:a16="http://schemas.microsoft.com/office/drawing/2014/main" id="{A1D0AD5B-BC6E-4A80-9CD9-E3328E42812A}"/>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The agent made no unapproved edit</a:t>
            </a:r>
          </a:p>
        </p:txBody>
      </p:sp>
      <p:sp>
        <p:nvSpPr>
          <p:cNvPr id="18" name="">
            <a:extLst xmlns:a="http://schemas.openxmlformats.org/drawingml/2006/main">
              <a:ext uri="{FF2B5EF4-FFF2-40B4-BE49-F238E27FC236}">
                <a16:creationId xmlns:a16="http://schemas.microsoft.com/office/drawing/2014/main" id="{D9577578-7CE8-4505-BB2F-B3B9452AC974}"/>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Git status is understood</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1.1</a:t>
            </a:r>
          </a:p>
        </p:txBody>
      </p:sp>
    </p:spTree>
    <p:extLst>
      <p:ext uri="{BB962C8B-B14F-4D97-AF65-F5344CB8AC3E}">
        <p14:creationId xmlns:p14="http://schemas.microsoft.com/office/powerpoint/2010/main" val="16483263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8E6D0CFA-CBC2-4598-AF22-1D619085AD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E7585EB-36D0-43BB-8E03-B21DDB940CA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2627F17-F2CF-4322-A1AA-80442F95099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C7E48C7B-32A2-4D45-B1C9-2C4D1B2F7A0E}"/>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7F3F10D3-8486-43C8-8D63-A7DE7929F58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013</a:t>
            </a:r>
          </a:p>
        </p:txBody>
      </p:sp>
      <p:sp>
        <p:nvSpPr>
          <p:cNvPr id="6" name="">
            <a:extLst xmlns:a="http://schemas.openxmlformats.org/drawingml/2006/main">
              <a:ext uri="{FF2B5EF4-FFF2-40B4-BE49-F238E27FC236}">
                <a16:creationId xmlns:a16="http://schemas.microsoft.com/office/drawing/2014/main" id="{EE27A7A8-BC47-4183-8BAF-0961DB03498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FA54E92B-AA20-4FCB-B25B-87775261593C}"/>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DB0C6EA-F914-455B-B650-4EEE2CA59A96}"/>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1258B866-4C21-4CC7-8CA2-37BFCAEF285A}"/>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node -v, npm -v, and git --version; record the outputs in training-log/README.md</a:t>
            </a:r>
          </a:p>
        </p:txBody>
      </p:sp>
      <p:sp>
        <p:nvSpPr>
          <p:cNvPr id="10" name="">
            <a:extLst xmlns:a="http://schemas.openxmlformats.org/drawingml/2006/main">
              <a:ext uri="{FF2B5EF4-FFF2-40B4-BE49-F238E27FC236}">
                <a16:creationId xmlns:a16="http://schemas.microsoft.com/office/drawing/2014/main" id="{6F0E1800-F82A-4259-8806-AAF1DBE1B7CA}"/>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495C36D-C06D-4504-99CE-10EBF5DD8E84}"/>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7D417A32-197B-4AC7-B85F-785E3174FB57}"/>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Open a dedicated sprintboard parent folder in VS Code and confirm the integrated terminal …</a:t>
            </a:r>
          </a:p>
        </p:txBody>
      </p:sp>
      <p:sp>
        <p:nvSpPr>
          <p:cNvPr id="13" name="">
            <a:extLst xmlns:a="http://schemas.openxmlformats.org/drawingml/2006/main">
              <a:ext uri="{FF2B5EF4-FFF2-40B4-BE49-F238E27FC236}">
                <a16:creationId xmlns:a16="http://schemas.microsoft.com/office/drawing/2014/main" id="{2CF569BC-042B-4816-9290-77C5534300B1}"/>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3A3F3C7E-37E7-400D-A156-07AA9EA03AD4}"/>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BFF6CDCE-AAA1-4B2B-9E3F-9C92BE12D01C}"/>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Choose Cursor, GitHub Copilot, Claude, or Codex; verify it can read only the folder you …</a:t>
            </a:r>
          </a:p>
        </p:txBody>
      </p:sp>
      <p:sp>
        <p:nvSpPr>
          <p:cNvPr id="16" name="">
            <a:extLst xmlns:a="http://schemas.openxmlformats.org/drawingml/2006/main">
              <a:ext uri="{FF2B5EF4-FFF2-40B4-BE49-F238E27FC236}">
                <a16:creationId xmlns:a16="http://schemas.microsoft.com/office/drawing/2014/main" id="{C3250C42-B827-4B3F-A9D5-64B9C1EAF5D0}"/>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988111E-E578-4222-BA41-71A1906F9AA4}"/>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1A0C32E9-88BC-4633-8645-077863DF6D0F}"/>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AGENTS.md with plan-first, named-file scope, no-secret, small-diff, and …</a:t>
            </a:r>
          </a:p>
        </p:txBody>
      </p:sp>
      <p:sp>
        <p:nvSpPr>
          <p:cNvPr id="19" name="">
            <a:extLst xmlns:a="http://schemas.openxmlformats.org/drawingml/2006/main">
              <a:ext uri="{FF2B5EF4-FFF2-40B4-BE49-F238E27FC236}">
                <a16:creationId xmlns:a16="http://schemas.microsoft.com/office/drawing/2014/main" id="{E3C6CDAC-4328-4BAF-847E-8055511D837E}"/>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4965DCD1-CFB0-40BE-9378-6F6921C617DA}"/>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2CC475CE-CA03-4494-A448-2B15F6B6E8D2}"/>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restate the rules and list what it is not allowed to do; correct any …</a:t>
            </a:r>
          </a:p>
        </p:txBody>
      </p:sp>
      <p:sp>
        <p:nvSpPr>
          <p:cNvPr id="22" name="">
            <a:extLst xmlns:a="http://schemas.openxmlformats.org/drawingml/2006/main">
              <a:ext uri="{FF2B5EF4-FFF2-40B4-BE49-F238E27FC236}">
                <a16:creationId xmlns:a16="http://schemas.microsoft.com/office/drawing/2014/main" id="{B8B787AE-361A-48B0-9838-9E7C872DFF04}"/>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953BAF4-CD28-454C-8A3B-A792BBA679E1}"/>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8E8BE617-8329-434B-9BB0-0CAB986A40B9}"/>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baseline Git repository and inspect git status --short before the first checkpoint</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1.1</a:t>
            </a:r>
          </a:p>
        </p:txBody>
      </p:sp>
    </p:spTree>
    <p:extLst>
      <p:ext uri="{BB962C8B-B14F-4D97-AF65-F5344CB8AC3E}">
        <p14:creationId xmlns:p14="http://schemas.microsoft.com/office/powerpoint/2010/main" val="18312994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9392F574-D078-4CEE-B069-2CFAE1E671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FCC10FF-410F-4BDE-8DEE-890B4C6C318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73797471-D930-444D-ABE3-C2896F43747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44DDA825-4AD1-4069-91EC-B9F4E7611F0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F4E55A7C-65D3-44F6-8B53-EEFEEB3AAD1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014</a:t>
            </a:r>
          </a:p>
        </p:txBody>
      </p:sp>
      <p:sp>
        <p:nvSpPr>
          <p:cNvPr id="6" name="">
            <a:extLst xmlns:a="http://schemas.openxmlformats.org/drawingml/2006/main">
              <a:ext uri="{FF2B5EF4-FFF2-40B4-BE49-F238E27FC236}">
                <a16:creationId xmlns:a16="http://schemas.microsoft.com/office/drawing/2014/main" id="{5DAD406D-D235-4F00-8F6A-C7CF8F1F43A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69045787-BD9C-4F42-907F-2195E4A9090C}"/>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5283131B-347E-4F5F-A4FA-041499DA64D5}"/>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A888FB7B-3853-43AB-A657-5B97F3A6CD14}"/>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Read AGENTS.md. Do not edit files. Restate the working agreement, identify the commands you will use to verify React changes, and list any assumptions you need me to confirm.</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1.1</a:t>
            </a:r>
          </a:p>
        </p:txBody>
      </p:sp>
    </p:spTree>
    <p:extLst>
      <p:ext uri="{BB962C8B-B14F-4D97-AF65-F5344CB8AC3E}">
        <p14:creationId xmlns:p14="http://schemas.microsoft.com/office/powerpoint/2010/main" val="7359970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1FA60BD2-98D9-48C7-A626-90A7B401D4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0E42659-640B-4BF8-B043-FF760556BCC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21CD9F1-E526-41EA-94FE-0C3451B3625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1220ED37-25EF-4290-9609-4D0D7A5A21D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ED3D3E00-7C8A-4F85-88FB-6FA5EE92F78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015</a:t>
            </a:r>
          </a:p>
        </p:txBody>
      </p:sp>
      <p:sp>
        <p:nvSpPr>
          <p:cNvPr id="6" name="">
            <a:extLst xmlns:a="http://schemas.openxmlformats.org/drawingml/2006/main">
              <a:ext uri="{FF2B5EF4-FFF2-40B4-BE49-F238E27FC236}">
                <a16:creationId xmlns:a16="http://schemas.microsoft.com/office/drawing/2014/main" id="{FA0FE708-1002-4012-9F0F-FBC385F02C1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5E70AD1A-E3D4-4A5F-B0E9-D34B841B70C5}"/>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3DF2817E-AE6B-4762-BCEA-C8C60225E89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C5BD7A-7677-4C6D-BDE6-7B401EB31AC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DCA3495B-A6FE-47C2-9E31-B0AE1932DB42}"/>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Agent edits before planning</a:t>
            </a:r>
          </a:p>
        </p:txBody>
      </p:sp>
      <p:sp>
        <p:nvSpPr>
          <p:cNvPr id="11" name="">
            <a:extLst xmlns:a="http://schemas.openxmlformats.org/drawingml/2006/main">
              <a:ext uri="{FF2B5EF4-FFF2-40B4-BE49-F238E27FC236}">
                <a16:creationId xmlns:a16="http://schemas.microsoft.com/office/drawing/2014/main" id="{B1DF763D-C438-4918-857C-FD83F7FB1339}"/>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3334BCF-E1A3-4DE6-9CC2-792E2FDD9B2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118F4642-754D-434C-8C70-0CDA914A4F3D}"/>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Credentials copied into chat</a:t>
            </a:r>
          </a:p>
        </p:txBody>
      </p:sp>
      <p:sp>
        <p:nvSpPr>
          <p:cNvPr id="14" name="">
            <a:extLst xmlns:a="http://schemas.openxmlformats.org/drawingml/2006/main">
              <a:ext uri="{FF2B5EF4-FFF2-40B4-BE49-F238E27FC236}">
                <a16:creationId xmlns:a16="http://schemas.microsoft.com/office/drawing/2014/main" id="{9008DE14-7D13-4726-8342-04ED01F217E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B5A1625A-5016-4AC6-BBFF-0B2267DC47B8}"/>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7FC6F48-46EF-4CD1-B093-C130809F7146}"/>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Tool versions asserted without terminal evidence</a:t>
            </a:r>
          </a:p>
        </p:txBody>
      </p:sp>
      <p:sp>
        <p:nvSpPr>
          <p:cNvPr id="17" name="">
            <a:extLst xmlns:a="http://schemas.openxmlformats.org/drawingml/2006/main">
              <a:ext uri="{FF2B5EF4-FFF2-40B4-BE49-F238E27FC236}">
                <a16:creationId xmlns:a16="http://schemas.microsoft.com/office/drawing/2014/main" id="{61F08065-EDB0-4BFC-814E-9B88AC55DB9D}"/>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4710BB46-00B2-4455-B0D5-CE1031E353AF}"/>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F355CAB8-FA28-4DE2-8881-E59AE543B6AB}"/>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Repository initialized in the wrong folder</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1.1</a:t>
            </a:r>
          </a:p>
        </p:txBody>
      </p:sp>
    </p:spTree>
    <p:extLst>
      <p:ext uri="{BB962C8B-B14F-4D97-AF65-F5344CB8AC3E}">
        <p14:creationId xmlns:p14="http://schemas.microsoft.com/office/powerpoint/2010/main" val="14687357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3F780C25-590B-4F29-9B94-AF9DA8BA8C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A1E5B32-44F4-4481-9A15-B76E5F8F447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251BE98-9EBB-41C8-AAB9-1A6F079177C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1128521C-5CAF-4A99-B6B6-009EACC12EC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0373BA6B-8BEE-4DCD-B5B0-FF3C698642A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016</a:t>
            </a:r>
          </a:p>
        </p:txBody>
      </p:sp>
      <p:sp>
        <p:nvSpPr>
          <p:cNvPr id="6" name="">
            <a:extLst xmlns:a="http://schemas.openxmlformats.org/drawingml/2006/main">
              <a:ext uri="{FF2B5EF4-FFF2-40B4-BE49-F238E27FC236}">
                <a16:creationId xmlns:a16="http://schemas.microsoft.com/office/drawing/2014/main" id="{401D72E6-A4FE-4A96-9923-966B262D10E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C501AB07-459B-4D37-8371-76616A929750}"/>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059A8EE-4A4A-41DA-91EC-0CBD92642C13}"/>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7EDEF54B-A22F-46C8-9594-55920C2BF5E5}"/>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9ED20DD7-EAF5-427C-A86F-53669733F439}"/>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37948FC0-B509-4333-833D-7FBFA29A8781}"/>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Tool versions are recorded</a:t>
            </a:r>
          </a:p>
        </p:txBody>
      </p:sp>
      <p:sp>
        <p:nvSpPr>
          <p:cNvPr id="12" name="">
            <a:extLst xmlns:a="http://schemas.openxmlformats.org/drawingml/2006/main">
              <a:ext uri="{FF2B5EF4-FFF2-40B4-BE49-F238E27FC236}">
                <a16:creationId xmlns:a16="http://schemas.microsoft.com/office/drawing/2014/main" id="{39B6740F-D228-4C80-8B8F-DDBBBFF363FE}"/>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AGENTS.md names scope and acceptance rules</a:t>
            </a:r>
          </a:p>
        </p:txBody>
      </p:sp>
      <p:sp>
        <p:nvSpPr>
          <p:cNvPr id="13" name="">
            <a:extLst xmlns:a="http://schemas.openxmlformats.org/drawingml/2006/main">
              <a:ext uri="{FF2B5EF4-FFF2-40B4-BE49-F238E27FC236}">
                <a16:creationId xmlns:a16="http://schemas.microsoft.com/office/drawing/2014/main" id="{13234FC7-9902-44A0-85C1-673BDC63EFC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The agent made no unapproved edit</a:t>
            </a:r>
          </a:p>
        </p:txBody>
      </p:sp>
      <p:sp>
        <p:nvSpPr>
          <p:cNvPr id="14" name="">
            <a:extLst xmlns:a="http://schemas.openxmlformats.org/drawingml/2006/main">
              <a:ext uri="{FF2B5EF4-FFF2-40B4-BE49-F238E27FC236}">
                <a16:creationId xmlns:a16="http://schemas.microsoft.com/office/drawing/2014/main" id="{2345BCC5-4B61-4A8D-85D3-85AE68C81F99}"/>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Git status is understood</a:t>
            </a:r>
          </a:p>
        </p:txBody>
      </p:sp>
      <p:sp>
        <p:nvSpPr>
          <p:cNvPr id="15" name="">
            <a:extLst xmlns:a="http://schemas.openxmlformats.org/drawingml/2006/main">
              <a:ext uri="{FF2B5EF4-FFF2-40B4-BE49-F238E27FC236}">
                <a16:creationId xmlns:a16="http://schemas.microsoft.com/office/drawing/2014/main" id="{DAAE4C97-FE1E-4A7A-99A4-636B627B77F8}"/>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23DC6406-A765-4840-B305-5D99DF4CB224}"/>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5F87E219-FA12-4797-933A-5B0F8B5A9758}"/>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8D93CB61-0474-42B8-ADE2-F2B7BC7491C9}"/>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C1130DC7-B387-4A06-A358-E82B5AB1B1D6}"/>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1.1</a:t>
            </a:r>
          </a:p>
        </p:txBody>
      </p:sp>
    </p:spTree>
    <p:extLst>
      <p:ext uri="{BB962C8B-B14F-4D97-AF65-F5344CB8AC3E}">
        <p14:creationId xmlns:p14="http://schemas.microsoft.com/office/powerpoint/2010/main" val="19213784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BF11FA95-938E-4BA1-BE47-F5D80401FB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63D966E-D527-4482-900D-230733826CD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90FF838-6613-4CE7-A24C-B84AC8FC7FC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55F892E4-C7BB-4DD0-AFBA-0444BBF4EBD4}"/>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E77F9C05-F872-435C-894C-546C9D6A595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017</a:t>
            </a:r>
          </a:p>
        </p:txBody>
      </p:sp>
      <p:sp>
        <p:nvSpPr>
          <p:cNvPr id="6" name="">
            <a:extLst xmlns:a="http://schemas.openxmlformats.org/drawingml/2006/main">
              <a:ext uri="{FF2B5EF4-FFF2-40B4-BE49-F238E27FC236}">
                <a16:creationId xmlns:a16="http://schemas.microsoft.com/office/drawing/2014/main" id="{12E66FD9-5922-4AE4-91A7-5DFF0D47248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Scaffold SprintBoard with Vite and React</a:t>
            </a:r>
          </a:p>
        </p:txBody>
      </p:sp>
      <p:sp>
        <p:nvSpPr>
          <p:cNvPr id="7" name="">
            <a:extLst xmlns:a="http://schemas.openxmlformats.org/drawingml/2006/main">
              <a:ext uri="{FF2B5EF4-FFF2-40B4-BE49-F238E27FC236}">
                <a16:creationId xmlns:a16="http://schemas.microsoft.com/office/drawing/2014/main" id="{0B3DFD4B-8014-4E96-85CB-E67F51D8BA02}"/>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15CDF652-4178-4E47-B15F-C77C76A8D23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EBAAC0EE-5C53-44AB-BB7C-15C7E8E79EC3}"/>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89DEE68-6CE8-4696-840F-6386251B013F}"/>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a Vite React TypeScript app, run the development server, and explain the boot sequence.</a:t>
            </a:r>
          </a:p>
        </p:txBody>
      </p:sp>
      <p:sp>
        <p:nvSpPr>
          <p:cNvPr id="11" name="">
            <a:extLst xmlns:a="http://schemas.openxmlformats.org/drawingml/2006/main">
              <a:ext uri="{FF2B5EF4-FFF2-40B4-BE49-F238E27FC236}">
                <a16:creationId xmlns:a16="http://schemas.microsoft.com/office/drawing/2014/main" id="{CE6E6FEC-F44B-4174-A1DB-9F23F13C293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0DCEE3CD-C61B-4950-B68C-BE9E779F7F2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E8454172-BEAB-4A68-8170-A7116D63800E}"/>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index.html, src/main.tsx, src/App.tsx, package.json</a:t>
            </a:r>
          </a:p>
        </p:txBody>
      </p:sp>
      <p:sp>
        <p:nvSpPr>
          <p:cNvPr id="14" name="">
            <a:extLst xmlns:a="http://schemas.openxmlformats.org/drawingml/2006/main">
              <a:ext uri="{FF2B5EF4-FFF2-40B4-BE49-F238E27FC236}">
                <a16:creationId xmlns:a16="http://schemas.microsoft.com/office/drawing/2014/main" id="{89249D0F-39F0-4483-8FD8-A3123D7FDBD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0A6C305C-1910-4D59-9774-8A46BB6D3B1D}"/>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FBEB8417-56E1-44E4-AA9D-F26E19468819}"/>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1.2</a:t>
            </a:r>
          </a:p>
        </p:txBody>
      </p:sp>
    </p:spTree>
    <p:extLst>
      <p:ext uri="{BB962C8B-B14F-4D97-AF65-F5344CB8AC3E}">
        <p14:creationId xmlns:p14="http://schemas.microsoft.com/office/powerpoint/2010/main" val="14344409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9861C49E-77B2-41E3-98F7-A0440B5F4C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FAE20E5-B54F-4155-A73B-7ADC73DD2B7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B18ECE5-7ACF-4ED2-8F28-EBB1AA78454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B85DA753-FA6A-444D-A6C9-EC3E8D184F8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B411534F-1AD6-4D9B-BE1F-819210F9366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018</a:t>
            </a:r>
          </a:p>
        </p:txBody>
      </p:sp>
      <p:sp>
        <p:nvSpPr>
          <p:cNvPr id="6" name="">
            <a:extLst xmlns:a="http://schemas.openxmlformats.org/drawingml/2006/main">
              <a:ext uri="{FF2B5EF4-FFF2-40B4-BE49-F238E27FC236}">
                <a16:creationId xmlns:a16="http://schemas.microsoft.com/office/drawing/2014/main" id="{D49702BE-C4A1-4737-AD7D-410E5689EA5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203B027B-6BFE-40CA-91D0-68B7A4C8550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C610FCE-C436-4420-AAC6-76A150F4C43C}"/>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057237CE-389E-47C1-977F-584D198ABFA5}"/>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9438A657-DF3E-4055-B62B-3CC9946F7943}"/>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2586EA6B-7354-468E-875C-4951681FF2A1}"/>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Vite</a:t>
            </a:r>
          </a:p>
        </p:txBody>
      </p:sp>
      <p:sp>
        <p:nvSpPr>
          <p:cNvPr id="12" name="">
            <a:extLst xmlns:a="http://schemas.openxmlformats.org/drawingml/2006/main">
              <a:ext uri="{FF2B5EF4-FFF2-40B4-BE49-F238E27FC236}">
                <a16:creationId xmlns:a16="http://schemas.microsoft.com/office/drawing/2014/main" id="{02C86F61-A59A-4A4A-96D9-AFB9E5B83ADD}"/>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module graph</a:t>
            </a:r>
          </a:p>
        </p:txBody>
      </p:sp>
      <p:sp>
        <p:nvSpPr>
          <p:cNvPr id="13" name="">
            <a:extLst xmlns:a="http://schemas.openxmlformats.org/drawingml/2006/main">
              <a:ext uri="{FF2B5EF4-FFF2-40B4-BE49-F238E27FC236}">
                <a16:creationId xmlns:a16="http://schemas.microsoft.com/office/drawing/2014/main" id="{A43A9FFC-E1E2-445C-AAA4-2830AA8D3600}"/>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React root</a:t>
            </a:r>
          </a:p>
        </p:txBody>
      </p:sp>
      <p:sp>
        <p:nvSpPr>
          <p:cNvPr id="14" name="">
            <a:extLst xmlns:a="http://schemas.openxmlformats.org/drawingml/2006/main">
              <a:ext uri="{FF2B5EF4-FFF2-40B4-BE49-F238E27FC236}">
                <a16:creationId xmlns:a16="http://schemas.microsoft.com/office/drawing/2014/main" id="{0CCFD4AC-F8F1-4B48-A0F9-B25699B07726}"/>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Hot Module Replacement</a:t>
            </a:r>
          </a:p>
        </p:txBody>
      </p:sp>
      <p:sp>
        <p:nvSpPr>
          <p:cNvPr id="15" name="">
            <a:extLst xmlns:a="http://schemas.openxmlformats.org/drawingml/2006/main">
              <a:ext uri="{FF2B5EF4-FFF2-40B4-BE49-F238E27FC236}">
                <a16:creationId xmlns:a16="http://schemas.microsoft.com/office/drawing/2014/main" id="{03EB435E-FD40-4EFE-9B3C-75E86262DB36}"/>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Dev server hot-reloads</a:t>
            </a:r>
          </a:p>
        </p:txBody>
      </p:sp>
      <p:sp>
        <p:nvSpPr>
          <p:cNvPr id="16" name="">
            <a:extLst xmlns:a="http://schemas.openxmlformats.org/drawingml/2006/main">
              <a:ext uri="{FF2B5EF4-FFF2-40B4-BE49-F238E27FC236}">
                <a16:creationId xmlns:a16="http://schemas.microsoft.com/office/drawing/2014/main" id="{C2956F8E-45EF-4748-AC5E-2E88E84F3861}"/>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Production build succeeds</a:t>
            </a:r>
          </a:p>
        </p:txBody>
      </p:sp>
      <p:sp>
        <p:nvSpPr>
          <p:cNvPr id="17" name="">
            <a:extLst xmlns:a="http://schemas.openxmlformats.org/drawingml/2006/main">
              <a:ext uri="{FF2B5EF4-FFF2-40B4-BE49-F238E27FC236}">
                <a16:creationId xmlns:a16="http://schemas.microsoft.com/office/drawing/2014/main" id="{95AA5958-DC3E-48BF-B3EA-ADE3F9DB2DD4}"/>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Preview serves dist</a:t>
            </a:r>
          </a:p>
        </p:txBody>
      </p:sp>
      <p:sp>
        <p:nvSpPr>
          <p:cNvPr id="18" name="">
            <a:extLst xmlns:a="http://schemas.openxmlformats.org/drawingml/2006/main">
              <a:ext uri="{FF2B5EF4-FFF2-40B4-BE49-F238E27FC236}">
                <a16:creationId xmlns:a16="http://schemas.microsoft.com/office/drawing/2014/main" id="{E4FE0BAF-367A-4598-B917-DB83D8B08A15}"/>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Learner can explain the boot chain</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1.2</a:t>
            </a:r>
          </a:p>
        </p:txBody>
      </p:sp>
    </p:spTree>
    <p:extLst>
      <p:ext uri="{BB962C8B-B14F-4D97-AF65-F5344CB8AC3E}">
        <p14:creationId xmlns:p14="http://schemas.microsoft.com/office/powerpoint/2010/main" val="97754860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F63EA6FC-0860-496D-B4BE-C80CDA5853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0ED2454-FA08-4569-8C77-896FFEA6281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161A11F-BCCE-46F5-BCA9-A9D1ECE0ECF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37B0D2D9-5E76-4784-8F9C-593EB0896BD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21A7635-9624-46DB-8A9F-25AA64F6AC5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019</a:t>
            </a:r>
          </a:p>
        </p:txBody>
      </p:sp>
      <p:sp>
        <p:nvSpPr>
          <p:cNvPr id="6" name="">
            <a:extLst xmlns:a="http://schemas.openxmlformats.org/drawingml/2006/main">
              <a:ext uri="{FF2B5EF4-FFF2-40B4-BE49-F238E27FC236}">
                <a16:creationId xmlns:a16="http://schemas.microsoft.com/office/drawing/2014/main" id="{4EF0DEBF-9971-4641-8A59-40A3F39223B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CCF6BFAC-ECC8-4659-ADA2-3FA5EFA4754F}"/>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E799A22C-7A0A-4A7D-830B-F9B8B5D68D81}"/>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BA8A3CEB-E0DB-4B26-9CCD-66243FEE184F}"/>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npm create vite@latest sprintboard -- --template react-ts, enter the folder, and run …</a:t>
            </a:r>
          </a:p>
        </p:txBody>
      </p:sp>
      <p:sp>
        <p:nvSpPr>
          <p:cNvPr id="10" name="">
            <a:extLst xmlns:a="http://schemas.openxmlformats.org/drawingml/2006/main">
              <a:ext uri="{FF2B5EF4-FFF2-40B4-BE49-F238E27FC236}">
                <a16:creationId xmlns:a16="http://schemas.microsoft.com/office/drawing/2014/main" id="{F4E269E6-3A47-4BCC-B704-B77C6C259FEF}"/>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F3B21105-0533-413C-82DB-05DA62226F5B}"/>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75E5BF44-BE4A-4635-A364-3C6B610AB1C7}"/>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Start npm run dev; open the printed local URL and save a screenshot of the starter page</a:t>
            </a:r>
          </a:p>
        </p:txBody>
      </p:sp>
      <p:sp>
        <p:nvSpPr>
          <p:cNvPr id="13" name="">
            <a:extLst xmlns:a="http://schemas.openxmlformats.org/drawingml/2006/main">
              <a:ext uri="{FF2B5EF4-FFF2-40B4-BE49-F238E27FC236}">
                <a16:creationId xmlns:a16="http://schemas.microsoft.com/office/drawing/2014/main" id="{1992DC8A-19CB-4B49-9A31-8303E5C6954E}"/>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AA93CC4D-AF7F-4903-9E55-19BC0999957A}"/>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DC1927C6-CF78-4DE8-ACE9-149DC27753AB}"/>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Trace index.html to src/main.tsx to &lt;App /&gt;; annotate the chain in the training log</a:t>
            </a:r>
          </a:p>
        </p:txBody>
      </p:sp>
      <p:sp>
        <p:nvSpPr>
          <p:cNvPr id="16" name="">
            <a:extLst xmlns:a="http://schemas.openxmlformats.org/drawingml/2006/main">
              <a:ext uri="{FF2B5EF4-FFF2-40B4-BE49-F238E27FC236}">
                <a16:creationId xmlns:a16="http://schemas.microsoft.com/office/drawing/2014/main" id="{33B3F696-3410-4C9B-B4CE-41ECE994ADBD}"/>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AD8E0C6B-CFED-41FA-AE7A-8F45ECA5654E}"/>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BD50B3BE-1F8F-41AC-A1C5-C5797AF82AFB}"/>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for a file-by-file explanation without requesting changes; compare it with …</a:t>
            </a:r>
          </a:p>
        </p:txBody>
      </p:sp>
      <p:sp>
        <p:nvSpPr>
          <p:cNvPr id="19" name="">
            <a:extLst xmlns:a="http://schemas.openxmlformats.org/drawingml/2006/main">
              <a:ext uri="{FF2B5EF4-FFF2-40B4-BE49-F238E27FC236}">
                <a16:creationId xmlns:a16="http://schemas.microsoft.com/office/drawing/2014/main" id="{7CADF2F5-C875-4C4E-A8DB-2615ECFEDB18}"/>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193ED0FD-7574-4A10-AE92-800FA8E61CAF}"/>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4C0A55F2-D2A8-4A91-B3A7-9B043DCBAF96}"/>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npm run build, inspect dist/, then run npm run preview and explain how preview differs …</a:t>
            </a:r>
          </a:p>
        </p:txBody>
      </p:sp>
      <p:sp>
        <p:nvSpPr>
          <p:cNvPr id="22" name="">
            <a:extLst xmlns:a="http://schemas.openxmlformats.org/drawingml/2006/main">
              <a:ext uri="{FF2B5EF4-FFF2-40B4-BE49-F238E27FC236}">
                <a16:creationId xmlns:a16="http://schemas.microsoft.com/office/drawing/2014/main" id="{E197595D-0D09-4B74-9A57-594FE3B08B93}"/>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55FA8B21-BE65-4DBE-870A-57B2E0B80E68}"/>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DEC664A3-9FD5-499B-8C96-0050D058D58F}"/>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Review git diff and commit the untouched scaffold as chore: scaffold SprintBoard</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1.2</a:t>
            </a:r>
          </a:p>
        </p:txBody>
      </p:sp>
    </p:spTree>
    <p:extLst>
      <p:ext uri="{BB962C8B-B14F-4D97-AF65-F5344CB8AC3E}">
        <p14:creationId xmlns:p14="http://schemas.microsoft.com/office/powerpoint/2010/main" val="8323552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FF33BF01-59A2-4A9B-A148-7299F420C9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E2086A4-88B4-4C2B-90CC-DFBF61669E5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8A46526-ED4F-4F87-953E-8DB9634B9C4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2B5589CB-5B6C-44EC-9574-2D5CF81D97E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25F4EC08-6258-4820-B1E3-7E7A782AB19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020</a:t>
            </a:r>
          </a:p>
        </p:txBody>
      </p:sp>
      <p:sp>
        <p:nvSpPr>
          <p:cNvPr id="6" name="">
            <a:extLst xmlns:a="http://schemas.openxmlformats.org/drawingml/2006/main">
              <a:ext uri="{FF2B5EF4-FFF2-40B4-BE49-F238E27FC236}">
                <a16:creationId xmlns:a16="http://schemas.microsoft.com/office/drawing/2014/main" id="{634F2834-9C4F-4955-BC83-1C7BE8FB4EE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17AE5F53-0D34-4B0E-8ABA-5C5B75FB8D3F}"/>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C74605AC-C6B8-4AB6-BFEB-D834414E1486}"/>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70C68AE2-AC5E-43E0-93AE-B9144E3BFA0A}"/>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Explain this Vite React TypeScript scaffold using the actual files. Trace exactly how index.html, main.tsx and App.tsx connect. Do not add packages or edit code. Finish with dev, build and preview verification commands.</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1.2</a:t>
            </a:r>
          </a:p>
        </p:txBody>
      </p:sp>
    </p:spTree>
    <p:extLst>
      <p:ext uri="{BB962C8B-B14F-4D97-AF65-F5344CB8AC3E}">
        <p14:creationId xmlns:p14="http://schemas.microsoft.com/office/powerpoint/2010/main" val="196904217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51613F0C-B7D6-4572-9BAC-B3CD0A055A3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5B52907-41DD-479F-9206-D33BFE7EE84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C1EE144-A08B-4DA4-85C1-2CFF7D91CD6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918DE6F0-3D57-4AB5-ABAB-0893B362151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3F0C04C9-9211-49FE-A313-C4E58DFCAEB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021</a:t>
            </a:r>
          </a:p>
        </p:txBody>
      </p:sp>
      <p:sp>
        <p:nvSpPr>
          <p:cNvPr id="6" name="">
            <a:extLst xmlns:a="http://schemas.openxmlformats.org/drawingml/2006/main">
              <a:ext uri="{FF2B5EF4-FFF2-40B4-BE49-F238E27FC236}">
                <a16:creationId xmlns:a16="http://schemas.microsoft.com/office/drawing/2014/main" id="{0D2CF424-3987-4B41-9CD7-A618848AC085}"/>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57F3809D-8767-4B9B-8EB2-D379B8E9C5F2}"/>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31FCC6BE-89D6-451A-9B56-7BCAD614EA3F}"/>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91BB6564-B60B-4F4C-8A5F-B69A2149509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A2D59842-1ACE-4204-9700-1D0F4F386771}"/>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Using Create React App instructions</a:t>
            </a:r>
          </a:p>
        </p:txBody>
      </p:sp>
      <p:sp>
        <p:nvSpPr>
          <p:cNvPr id="11" name="">
            <a:extLst xmlns:a="http://schemas.openxmlformats.org/drawingml/2006/main">
              <a:ext uri="{FF2B5EF4-FFF2-40B4-BE49-F238E27FC236}">
                <a16:creationId xmlns:a16="http://schemas.microsoft.com/office/drawing/2014/main" id="{BDFB550C-1224-4D71-8874-646F7C06374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B9F7F27-6E3D-4EAF-B9C4-524CCFCB7D0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E7DB394A-A2E5-4B38-8984-E0FC5553EFCC}"/>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Editing node_modules</a:t>
            </a:r>
          </a:p>
        </p:txBody>
      </p:sp>
      <p:sp>
        <p:nvSpPr>
          <p:cNvPr id="14" name="">
            <a:extLst xmlns:a="http://schemas.openxmlformats.org/drawingml/2006/main">
              <a:ext uri="{FF2B5EF4-FFF2-40B4-BE49-F238E27FC236}">
                <a16:creationId xmlns:a16="http://schemas.microsoft.com/office/drawing/2014/main" id="{EDF728B3-1ECA-4066-BA1F-737C1B405A99}"/>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CEDEA390-4380-470C-9E24-D9B2068B9CCF}"/>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28B6093-A1ED-4E36-9F71-A939EDFDC915}"/>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Confusing dev output with production output</a:t>
            </a:r>
          </a:p>
        </p:txBody>
      </p:sp>
      <p:sp>
        <p:nvSpPr>
          <p:cNvPr id="17" name="">
            <a:extLst xmlns:a="http://schemas.openxmlformats.org/drawingml/2006/main">
              <a:ext uri="{FF2B5EF4-FFF2-40B4-BE49-F238E27FC236}">
                <a16:creationId xmlns:a16="http://schemas.microsoft.com/office/drawing/2014/main" id="{46FB55B4-CAE3-42A6-915B-58BEA6604428}"/>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FA5458A-1B6A-4D8D-B03C-ABDABC4E391E}"/>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A78ABD5F-CD09-4D73-B41D-0A5C7DEA6FB5}"/>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Inventing files not present in the scaffold</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1.2</a:t>
            </a:r>
          </a:p>
        </p:txBody>
      </p:sp>
    </p:spTree>
    <p:extLst>
      <p:ext uri="{BB962C8B-B14F-4D97-AF65-F5344CB8AC3E}">
        <p14:creationId xmlns:p14="http://schemas.microsoft.com/office/powerpoint/2010/main" val="17696962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6E5C1FA-76A8-4013-A7E7-03B06A28E3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42A2DB-DC2D-47AE-8264-9D57C8904ED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ADE27AD-CADA-424F-8588-0618ACDDDE3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E8C84787-B884-4E1B-8892-04BF2DDCD9B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262BDAE-D730-48D7-8F08-8FA86D6C737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022</a:t>
            </a:r>
          </a:p>
        </p:txBody>
      </p:sp>
      <p:sp>
        <p:nvSpPr>
          <p:cNvPr id="6" name="">
            <a:extLst xmlns:a="http://schemas.openxmlformats.org/drawingml/2006/main">
              <a:ext uri="{FF2B5EF4-FFF2-40B4-BE49-F238E27FC236}">
                <a16:creationId xmlns:a16="http://schemas.microsoft.com/office/drawing/2014/main" id="{56919A35-0F08-4A13-8183-3C0993C266E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BFFB81E5-D86D-4886-AD60-3D5A6436BA7A}"/>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1829197-24AE-4099-8A06-C26C03373F02}"/>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6CC811C-5EE1-4B05-AF0E-2F6D0E366367}"/>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A06CEAC2-CD30-429A-92A3-A4C5347090C4}"/>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8F6F8615-62E3-47FD-866A-AF1897A28517}"/>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Dev server hot-reloads</a:t>
            </a:r>
          </a:p>
        </p:txBody>
      </p:sp>
      <p:sp>
        <p:nvSpPr>
          <p:cNvPr id="12" name="">
            <a:extLst xmlns:a="http://schemas.openxmlformats.org/drawingml/2006/main">
              <a:ext uri="{FF2B5EF4-FFF2-40B4-BE49-F238E27FC236}">
                <a16:creationId xmlns:a16="http://schemas.microsoft.com/office/drawing/2014/main" id="{F3EA2983-A381-4434-8321-A3B6196276F8}"/>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Production build succeeds</a:t>
            </a:r>
          </a:p>
        </p:txBody>
      </p:sp>
      <p:sp>
        <p:nvSpPr>
          <p:cNvPr id="13" name="">
            <a:extLst xmlns:a="http://schemas.openxmlformats.org/drawingml/2006/main">
              <a:ext uri="{FF2B5EF4-FFF2-40B4-BE49-F238E27FC236}">
                <a16:creationId xmlns:a16="http://schemas.microsoft.com/office/drawing/2014/main" id="{716C8749-2460-4234-A220-9D4BD64F7E1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Preview serves dist</a:t>
            </a:r>
          </a:p>
        </p:txBody>
      </p:sp>
      <p:sp>
        <p:nvSpPr>
          <p:cNvPr id="14" name="">
            <a:extLst xmlns:a="http://schemas.openxmlformats.org/drawingml/2006/main">
              <a:ext uri="{FF2B5EF4-FFF2-40B4-BE49-F238E27FC236}">
                <a16:creationId xmlns:a16="http://schemas.microsoft.com/office/drawing/2014/main" id="{25BB31E2-D085-41E7-AEC7-AE9AF89C12B6}"/>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Learner can explain the boot chain</a:t>
            </a:r>
          </a:p>
        </p:txBody>
      </p:sp>
      <p:sp>
        <p:nvSpPr>
          <p:cNvPr id="15" name="">
            <a:extLst xmlns:a="http://schemas.openxmlformats.org/drawingml/2006/main">
              <a:ext uri="{FF2B5EF4-FFF2-40B4-BE49-F238E27FC236}">
                <a16:creationId xmlns:a16="http://schemas.microsoft.com/office/drawing/2014/main" id="{D1C696D3-2156-428D-9F8C-931E52D31702}"/>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F252C4C1-BDD9-4696-9ADA-C2DDA8E291A1}"/>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6389C0B0-1E63-4DEF-855F-F6D955101E3B}"/>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1BC749EB-80B5-491F-B905-D09BDF08530A}"/>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C4C1FA72-0B51-431F-B34E-E92D5A007B29}"/>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1.2</a:t>
            </a:r>
          </a:p>
        </p:txBody>
      </p:sp>
    </p:spTree>
    <p:extLst>
      <p:ext uri="{BB962C8B-B14F-4D97-AF65-F5344CB8AC3E}">
        <p14:creationId xmlns:p14="http://schemas.microsoft.com/office/powerpoint/2010/main" val="75806096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60680FF3-069A-425D-914B-FA98AB00FA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251DD08-B9D7-4B58-9384-331F7E30242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0ABE3AD-8D53-4024-ACDF-1A65B892F02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C33EF6F8-68B4-484E-9371-C4C7D894AE8D}"/>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8D56CEF8-17E0-4C7F-AEBE-1FE5B25EEB2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023</a:t>
            </a:r>
          </a:p>
        </p:txBody>
      </p:sp>
      <p:sp>
        <p:nvSpPr>
          <p:cNvPr id="6" name="">
            <a:extLst xmlns:a="http://schemas.openxmlformats.org/drawingml/2006/main">
              <a:ext uri="{FF2B5EF4-FFF2-40B4-BE49-F238E27FC236}">
                <a16:creationId xmlns:a16="http://schemas.microsoft.com/office/drawing/2014/main" id="{091090EE-9EA9-4B0F-AF55-86FAAC0B715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Write a Testable Product Brief and Acceptance Criteria</a:t>
            </a:r>
          </a:p>
        </p:txBody>
      </p:sp>
      <p:sp>
        <p:nvSpPr>
          <p:cNvPr id="7" name="">
            <a:extLst xmlns:a="http://schemas.openxmlformats.org/drawingml/2006/main">
              <a:ext uri="{FF2B5EF4-FFF2-40B4-BE49-F238E27FC236}">
                <a16:creationId xmlns:a16="http://schemas.microsoft.com/office/drawing/2014/main" id="{861D0F63-84C5-45F2-B2AD-D66341905C6A}"/>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089A5ABE-50B2-4DF2-B044-8C48A6C14C0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6C028498-F4E7-44DC-98E3-DDF382D2039F}"/>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216596A4-C6F1-4DC5-8163-8C2688C76BD7}"/>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Turn a vague app idea into a bounded SprintBoard brief, non-goals, risks and observable acceptance checks.</a:t>
            </a:r>
          </a:p>
        </p:txBody>
      </p:sp>
      <p:sp>
        <p:nvSpPr>
          <p:cNvPr id="11" name="">
            <a:extLst xmlns:a="http://schemas.openxmlformats.org/drawingml/2006/main">
              <a:ext uri="{FF2B5EF4-FFF2-40B4-BE49-F238E27FC236}">
                <a16:creationId xmlns:a16="http://schemas.microsoft.com/office/drawing/2014/main" id="{F47B9E6D-E05E-4ABC-ACB8-A9576106B70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CEEDF84-4EBA-4843-80E7-6B39A50E1B8B}"/>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331592C5-6855-4707-B756-6E46A03ACBB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docs/product-brief.md, docs/acceptance.md</a:t>
            </a:r>
          </a:p>
        </p:txBody>
      </p:sp>
      <p:sp>
        <p:nvSpPr>
          <p:cNvPr id="14" name="">
            <a:extLst xmlns:a="http://schemas.openxmlformats.org/drawingml/2006/main">
              <a:ext uri="{FF2B5EF4-FFF2-40B4-BE49-F238E27FC236}">
                <a16:creationId xmlns:a16="http://schemas.microsoft.com/office/drawing/2014/main" id="{3C07200B-9FA3-4582-8648-3AC27913D9B2}"/>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D976B8D6-D7FC-45B4-9C4D-E76531B2D7D9}"/>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CB05AF6-8386-4F5B-84B2-A9D10C0B1C6E}"/>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30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1.3</a:t>
            </a:r>
          </a:p>
        </p:txBody>
      </p:sp>
    </p:spTree>
    <p:extLst>
      <p:ext uri="{BB962C8B-B14F-4D97-AF65-F5344CB8AC3E}">
        <p14:creationId xmlns:p14="http://schemas.microsoft.com/office/powerpoint/2010/main" val="45375295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A6F439D3-14F1-4E4F-80DB-02B0BD9A70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1637A39-9BCA-4E7B-BC0A-90AEE5E5730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5736DFB2-66ED-43BB-BFA0-C485EE4DECC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1BB4538E-4802-4A3C-AD33-F09CBC789A1D}"/>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FD115649-75C1-4C8A-9B6D-A45D39085744}"/>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024</a:t>
            </a:r>
          </a:p>
        </p:txBody>
      </p:sp>
      <p:sp>
        <p:nvSpPr>
          <p:cNvPr id="6" name="">
            <a:extLst xmlns:a="http://schemas.openxmlformats.org/drawingml/2006/main">
              <a:ext uri="{FF2B5EF4-FFF2-40B4-BE49-F238E27FC236}">
                <a16:creationId xmlns:a16="http://schemas.microsoft.com/office/drawing/2014/main" id="{C5E9CD75-9FED-457A-860E-A9352C68396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095322AA-87A1-420A-897D-FA34991BF65E}"/>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C41FD74-8AF4-47B2-93D1-85EDD6CFF047}"/>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66D8BD1E-23F1-4593-BF90-23D842F3B882}"/>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311750FE-68FF-4C72-B601-08FF16FE623D}"/>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F4038DE6-7F27-424B-9803-34E7EFB754BE}"/>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problem framing</a:t>
            </a:r>
          </a:p>
        </p:txBody>
      </p:sp>
      <p:sp>
        <p:nvSpPr>
          <p:cNvPr id="12" name="">
            <a:extLst xmlns:a="http://schemas.openxmlformats.org/drawingml/2006/main">
              <a:ext uri="{FF2B5EF4-FFF2-40B4-BE49-F238E27FC236}">
                <a16:creationId xmlns:a16="http://schemas.microsoft.com/office/drawing/2014/main" id="{5AAAE6B7-282F-404E-BE75-95F581181DDA}"/>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acceptance criteria</a:t>
            </a:r>
          </a:p>
        </p:txBody>
      </p:sp>
      <p:sp>
        <p:nvSpPr>
          <p:cNvPr id="13" name="">
            <a:extLst xmlns:a="http://schemas.openxmlformats.org/drawingml/2006/main">
              <a:ext uri="{FF2B5EF4-FFF2-40B4-BE49-F238E27FC236}">
                <a16:creationId xmlns:a16="http://schemas.microsoft.com/office/drawing/2014/main" id="{452A588D-C696-4089-B5BA-1460162B3B70}"/>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non-goals</a:t>
            </a:r>
          </a:p>
        </p:txBody>
      </p:sp>
      <p:sp>
        <p:nvSpPr>
          <p:cNvPr id="14" name="">
            <a:extLst xmlns:a="http://schemas.openxmlformats.org/drawingml/2006/main">
              <a:ext uri="{FF2B5EF4-FFF2-40B4-BE49-F238E27FC236}">
                <a16:creationId xmlns:a16="http://schemas.microsoft.com/office/drawing/2014/main" id="{2BD2A663-829B-4453-9523-6C3ED05DB864}"/>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vertical slice</a:t>
            </a:r>
          </a:p>
        </p:txBody>
      </p:sp>
      <p:sp>
        <p:nvSpPr>
          <p:cNvPr id="15" name="">
            <a:extLst xmlns:a="http://schemas.openxmlformats.org/drawingml/2006/main">
              <a:ext uri="{FF2B5EF4-FFF2-40B4-BE49-F238E27FC236}">
                <a16:creationId xmlns:a16="http://schemas.microsoft.com/office/drawing/2014/main" id="{9EAA8316-8EE6-4BA7-894C-BFC1AEA69C1C}"/>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Criteria are observable</a:t>
            </a:r>
          </a:p>
        </p:txBody>
      </p:sp>
      <p:sp>
        <p:nvSpPr>
          <p:cNvPr id="16" name="">
            <a:extLst xmlns:a="http://schemas.openxmlformats.org/drawingml/2006/main">
              <a:ext uri="{FF2B5EF4-FFF2-40B4-BE49-F238E27FC236}">
                <a16:creationId xmlns:a16="http://schemas.microsoft.com/office/drawing/2014/main" id="{49CA7A40-97C5-4057-A4B5-AAA5820F12AB}"/>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Non-goals are explicit</a:t>
            </a:r>
          </a:p>
        </p:txBody>
      </p:sp>
      <p:sp>
        <p:nvSpPr>
          <p:cNvPr id="17" name="">
            <a:extLst xmlns:a="http://schemas.openxmlformats.org/drawingml/2006/main">
              <a:ext uri="{FF2B5EF4-FFF2-40B4-BE49-F238E27FC236}">
                <a16:creationId xmlns:a16="http://schemas.microsoft.com/office/drawing/2014/main" id="{9F560680-9336-4F98-A561-69049740B247}"/>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Loading/empty/error states are named</a:t>
            </a:r>
          </a:p>
        </p:txBody>
      </p:sp>
      <p:sp>
        <p:nvSpPr>
          <p:cNvPr id="18" name="">
            <a:extLst xmlns:a="http://schemas.openxmlformats.org/drawingml/2006/main">
              <a:ext uri="{FF2B5EF4-FFF2-40B4-BE49-F238E27FC236}">
                <a16:creationId xmlns:a16="http://schemas.microsoft.com/office/drawing/2014/main" id="{2833205A-CF18-4B70-AD49-7FB9B8B6D137}"/>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code was generated</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1.3</a:t>
            </a:r>
          </a:p>
        </p:txBody>
      </p:sp>
    </p:spTree>
    <p:extLst>
      <p:ext uri="{BB962C8B-B14F-4D97-AF65-F5344CB8AC3E}">
        <p14:creationId xmlns:p14="http://schemas.microsoft.com/office/powerpoint/2010/main" val="15576870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20A2A404-1C2B-416A-83F5-92C14E93D3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906A076-B425-4107-940C-FE02E7F7011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F6EC5C81-AC85-4D0B-B1BB-281663A3DEB2}"/>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6C232DDD-56EF-4FEE-B102-03BCA1FD65B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DF4DD4F0-AED2-4C73-9E49-01CE732E10F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025</a:t>
            </a:r>
          </a:p>
        </p:txBody>
      </p:sp>
      <p:sp>
        <p:nvSpPr>
          <p:cNvPr id="6" name="">
            <a:extLst xmlns:a="http://schemas.openxmlformats.org/drawingml/2006/main">
              <a:ext uri="{FF2B5EF4-FFF2-40B4-BE49-F238E27FC236}">
                <a16:creationId xmlns:a16="http://schemas.microsoft.com/office/drawing/2014/main" id="{92A0C3E2-8188-4042-A19F-07F5441C927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69D55C8A-787B-4F6B-99D2-20373378857B}"/>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BC79BF5-479D-4640-BA48-919DF663B3D3}"/>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1869C118-84FD-4A32-B57C-0D07332434DC}"/>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Describe the adult learner persona and the problem SprintBoard solves in two sentences</a:t>
            </a:r>
          </a:p>
        </p:txBody>
      </p:sp>
      <p:sp>
        <p:nvSpPr>
          <p:cNvPr id="10" name="">
            <a:extLst xmlns:a="http://schemas.openxmlformats.org/drawingml/2006/main">
              <a:ext uri="{FF2B5EF4-FFF2-40B4-BE49-F238E27FC236}">
                <a16:creationId xmlns:a16="http://schemas.microsoft.com/office/drawing/2014/main" id="{235F63A1-5AF9-482B-8097-0F6A374CB9D5}"/>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34A7707-7BE0-4895-AE33-8D3254E1F37D}"/>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110DFB69-F274-4ACC-BA80-BDF19D657CA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the first vertical slice: view synthetic tasks grouped by To Do, Doing and Done</a:t>
            </a:r>
          </a:p>
        </p:txBody>
      </p:sp>
      <p:sp>
        <p:nvSpPr>
          <p:cNvPr id="13" name="">
            <a:extLst xmlns:a="http://schemas.openxmlformats.org/drawingml/2006/main">
              <a:ext uri="{FF2B5EF4-FFF2-40B4-BE49-F238E27FC236}">
                <a16:creationId xmlns:a16="http://schemas.microsoft.com/office/drawing/2014/main" id="{5EB1EF3F-C8BE-4B95-B61B-3CCD9C4D9EBF}"/>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191171E7-DFC6-4515-BA51-073801637BC3}"/>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549EAF25-0FB9-4D2B-9868-CE11CCBF4A93}"/>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Write five acceptance criteria beginning with an observable verb such as displays, moves …</a:t>
            </a:r>
          </a:p>
        </p:txBody>
      </p:sp>
      <p:sp>
        <p:nvSpPr>
          <p:cNvPr id="16" name="">
            <a:extLst xmlns:a="http://schemas.openxmlformats.org/drawingml/2006/main">
              <a:ext uri="{FF2B5EF4-FFF2-40B4-BE49-F238E27FC236}">
                <a16:creationId xmlns:a16="http://schemas.microsoft.com/office/drawing/2014/main" id="{D9B1D07D-FD0F-489F-B00B-97BBF7024EB6}"/>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5AF030-3181-49F3-9949-FE1EFF671649}"/>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42F6C197-02E8-469D-84D2-1A9B69850C12}"/>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non-goals: accounts, payments, real-time sync, production customer data, and backend …</a:t>
            </a:r>
          </a:p>
        </p:txBody>
      </p:sp>
      <p:sp>
        <p:nvSpPr>
          <p:cNvPr id="19" name="">
            <a:extLst xmlns:a="http://schemas.openxmlformats.org/drawingml/2006/main">
              <a:ext uri="{FF2B5EF4-FFF2-40B4-BE49-F238E27FC236}">
                <a16:creationId xmlns:a16="http://schemas.microsoft.com/office/drawing/2014/main" id="{04458FAE-0220-4390-BAB4-B1CC8645909F}"/>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B609212D-FEE3-4B21-AA58-CAD8B5DFB9C4}"/>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7168B93F-3467-4F07-9568-437CF68E8E45}"/>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challenge ambiguity and identify edge cases without proposing code</a:t>
            </a:r>
          </a:p>
        </p:txBody>
      </p:sp>
      <p:sp>
        <p:nvSpPr>
          <p:cNvPr id="22" name="">
            <a:extLst xmlns:a="http://schemas.openxmlformats.org/drawingml/2006/main">
              <a:ext uri="{FF2B5EF4-FFF2-40B4-BE49-F238E27FC236}">
                <a16:creationId xmlns:a16="http://schemas.microsoft.com/office/drawing/2014/main" id="{0C869E56-879E-443A-8BF9-0A674556E17F}"/>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B9E6A82-1199-44C3-9E77-6C6C674D50D0}"/>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C729008D-354B-4468-AA2D-A8FF7B6E2C34}"/>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Revise the brief, inspect the documentation diff, and checkpoint it before implementation</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1.3</a:t>
            </a:r>
          </a:p>
        </p:txBody>
      </p:sp>
    </p:spTree>
    <p:extLst>
      <p:ext uri="{BB962C8B-B14F-4D97-AF65-F5344CB8AC3E}">
        <p14:creationId xmlns:p14="http://schemas.microsoft.com/office/powerpoint/2010/main" val="182038476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AC4B485A-6E9E-4B29-892D-3F8296B9E1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282316-72F2-4025-947C-512C0A22973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D3A800B-2AB5-4B36-8DB3-B2B3FA0ECB4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5AD8370D-C133-4848-AAD2-C4D032B4FC1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DDEB3DB-6D53-4B42-8D8D-0048DB335E5B}"/>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026</a:t>
            </a:r>
          </a:p>
        </p:txBody>
      </p:sp>
      <p:sp>
        <p:nvSpPr>
          <p:cNvPr id="6" name="">
            <a:extLst xmlns:a="http://schemas.openxmlformats.org/drawingml/2006/main">
              <a:ext uri="{FF2B5EF4-FFF2-40B4-BE49-F238E27FC236}">
                <a16:creationId xmlns:a16="http://schemas.microsoft.com/office/drawing/2014/main" id="{D99D14AA-F32F-44B0-86CB-399067B90CA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34D76988-B02A-4BC9-9A08-BAC2B19601FA}"/>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59FDD46B-1E48-48F1-8825-EEBD6FDFC898}"/>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3226D062-E446-4AD3-83FF-B52A1840F8C3}"/>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Act as a skeptical product engineer. Review docs/product-brief.md and docs/acceptance.md without editing. Find ambiguous words, missing states, hidden dependencies and acceptance checks that are not observable. Return a corrected proposal and a risk list.</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1.3</a:t>
            </a:r>
          </a:p>
        </p:txBody>
      </p:sp>
    </p:spTree>
    <p:extLst>
      <p:ext uri="{BB962C8B-B14F-4D97-AF65-F5344CB8AC3E}">
        <p14:creationId xmlns:p14="http://schemas.microsoft.com/office/powerpoint/2010/main" val="107108881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6B1E979D-E857-4D19-A977-3305C3F797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964D383-67C4-41BB-9E5F-CD9E80CB214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88B0FC1-9D8F-45D7-9CE9-9121F6B1FBB4}"/>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7A7535F8-627A-4FA5-8D44-F90A739958E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4CA7217-4352-49AA-A4CA-BC34F99F85A8}"/>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027</a:t>
            </a:r>
          </a:p>
        </p:txBody>
      </p:sp>
      <p:sp>
        <p:nvSpPr>
          <p:cNvPr id="6" name="">
            <a:extLst xmlns:a="http://schemas.openxmlformats.org/drawingml/2006/main">
              <a:ext uri="{FF2B5EF4-FFF2-40B4-BE49-F238E27FC236}">
                <a16:creationId xmlns:a16="http://schemas.microsoft.com/office/drawing/2014/main" id="{F74856FF-A6E8-458D-ACE3-BC492F82C3C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10A92187-F49F-4E4A-8875-74992543E497}"/>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2242403F-CCEE-428C-A7B1-1FA7BB8A1CD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39AACC8C-0749-4A5B-8EF0-115455A73D6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0C81A9DC-A580-401D-ABC1-780A81F3B012}"/>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Starting code before agreeing behavior</a:t>
            </a:r>
          </a:p>
        </p:txBody>
      </p:sp>
      <p:sp>
        <p:nvSpPr>
          <p:cNvPr id="11" name="">
            <a:extLst xmlns:a="http://schemas.openxmlformats.org/drawingml/2006/main">
              <a:ext uri="{FF2B5EF4-FFF2-40B4-BE49-F238E27FC236}">
                <a16:creationId xmlns:a16="http://schemas.microsoft.com/office/drawing/2014/main" id="{E8A93DFF-3FE5-43C8-B9B6-4D5C8690771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6EB3CAB8-39AC-4A02-8374-FF47597D9FE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701C5A5B-695C-4618-A567-8C73A72FD6C0}"/>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Acceptance criteria based on implementation</a:t>
            </a:r>
          </a:p>
        </p:txBody>
      </p:sp>
      <p:sp>
        <p:nvSpPr>
          <p:cNvPr id="14" name="">
            <a:extLst xmlns:a="http://schemas.openxmlformats.org/drawingml/2006/main">
              <a:ext uri="{FF2B5EF4-FFF2-40B4-BE49-F238E27FC236}">
                <a16:creationId xmlns:a16="http://schemas.microsoft.com/office/drawing/2014/main" id="{D283AEC8-2739-4B7F-BB96-9C1DF162C03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C751BE7C-B042-48BD-9716-570F35B1217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C79950D3-317B-4CBF-A004-4294F67BFBF6}"/>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Scope expanding into a backend</a:t>
            </a:r>
          </a:p>
        </p:txBody>
      </p:sp>
      <p:sp>
        <p:nvSpPr>
          <p:cNvPr id="17" name="">
            <a:extLst xmlns:a="http://schemas.openxmlformats.org/drawingml/2006/main">
              <a:ext uri="{FF2B5EF4-FFF2-40B4-BE49-F238E27FC236}">
                <a16:creationId xmlns:a16="http://schemas.microsoft.com/office/drawing/2014/main" id="{B2286298-9BA2-422C-8F58-8F532CC3216C}"/>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3B34A96-F439-4661-A93F-2CE7DC6EEA59}"/>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7CFB4E1D-02CF-4E27-94A7-870E50C87C4A}"/>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Using real employee data</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1.3</a:t>
            </a:r>
          </a:p>
        </p:txBody>
      </p:sp>
    </p:spTree>
    <p:extLst>
      <p:ext uri="{BB962C8B-B14F-4D97-AF65-F5344CB8AC3E}">
        <p14:creationId xmlns:p14="http://schemas.microsoft.com/office/powerpoint/2010/main" val="148509391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8736D237-2F15-45B9-9D60-334247C01D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F16E231-A8A6-4FA9-B13D-FF25E5EDB84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D2B893A5-5910-4885-9C17-24FC58FBF1A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21695865-2E77-44C1-9C75-CF5DBC75394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DF7EDF33-8E39-4CFB-BD65-7B50F2DD794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028</a:t>
            </a:r>
          </a:p>
        </p:txBody>
      </p:sp>
      <p:sp>
        <p:nvSpPr>
          <p:cNvPr id="6" name="">
            <a:extLst xmlns:a="http://schemas.openxmlformats.org/drawingml/2006/main">
              <a:ext uri="{FF2B5EF4-FFF2-40B4-BE49-F238E27FC236}">
                <a16:creationId xmlns:a16="http://schemas.microsoft.com/office/drawing/2014/main" id="{4C79B7AA-5056-4F95-8702-3F4C34F689A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598B1393-EA80-4903-8A4D-8314E55C357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F7F137E4-BBED-4143-B33F-1CBACEF0C6AE}"/>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ECB5F021-A2C3-4D24-B9D6-0F9DF70FC7C8}"/>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8930C679-2C7B-417D-B8F1-1C3D6BAE7459}"/>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0FA07625-F92F-48BD-9738-B8938E474094}"/>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Criteria are observable</a:t>
            </a:r>
          </a:p>
        </p:txBody>
      </p:sp>
      <p:sp>
        <p:nvSpPr>
          <p:cNvPr id="12" name="">
            <a:extLst xmlns:a="http://schemas.openxmlformats.org/drawingml/2006/main">
              <a:ext uri="{FF2B5EF4-FFF2-40B4-BE49-F238E27FC236}">
                <a16:creationId xmlns:a16="http://schemas.microsoft.com/office/drawing/2014/main" id="{096A944A-E16C-479B-B69B-3CBE54108417}"/>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Non-goals are explicit</a:t>
            </a:r>
          </a:p>
        </p:txBody>
      </p:sp>
      <p:sp>
        <p:nvSpPr>
          <p:cNvPr id="13" name="">
            <a:extLst xmlns:a="http://schemas.openxmlformats.org/drawingml/2006/main">
              <a:ext uri="{FF2B5EF4-FFF2-40B4-BE49-F238E27FC236}">
                <a16:creationId xmlns:a16="http://schemas.microsoft.com/office/drawing/2014/main" id="{F1DB31C8-54B4-4A89-A2BB-860AF52B4F74}"/>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Loading/empty/error states are named</a:t>
            </a:r>
          </a:p>
        </p:txBody>
      </p:sp>
      <p:sp>
        <p:nvSpPr>
          <p:cNvPr id="14" name="">
            <a:extLst xmlns:a="http://schemas.openxmlformats.org/drawingml/2006/main">
              <a:ext uri="{FF2B5EF4-FFF2-40B4-BE49-F238E27FC236}">
                <a16:creationId xmlns:a16="http://schemas.microsoft.com/office/drawing/2014/main" id="{44D16928-374E-4CB4-9BC4-8315AFC87C3E}"/>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code was generated</a:t>
            </a:r>
          </a:p>
        </p:txBody>
      </p:sp>
      <p:sp>
        <p:nvSpPr>
          <p:cNvPr id="15" name="">
            <a:extLst xmlns:a="http://schemas.openxmlformats.org/drawingml/2006/main">
              <a:ext uri="{FF2B5EF4-FFF2-40B4-BE49-F238E27FC236}">
                <a16:creationId xmlns:a16="http://schemas.microsoft.com/office/drawing/2014/main" id="{BBF6CCCE-0F33-480F-87B3-C30B5606DF62}"/>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41E68437-49C1-48C3-A669-F780E6D7415E}"/>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589000CA-7203-4692-8E95-9DED48123235}"/>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59EAF3DF-7B08-448F-BF9F-DEFC7A4ED3A4}"/>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51B083FE-8C8F-43E9-9776-009ACEB3702F}"/>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1.3</a:t>
            </a:r>
          </a:p>
        </p:txBody>
      </p:sp>
    </p:spTree>
    <p:extLst>
      <p:ext uri="{BB962C8B-B14F-4D97-AF65-F5344CB8AC3E}">
        <p14:creationId xmlns:p14="http://schemas.microsoft.com/office/powerpoint/2010/main" val="9180312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93BB4F8-77E7-448B-9936-40769A6F98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9196E3E-4072-49AC-B5F5-D786A8628B5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AFD794AF-1B17-47CE-BDCA-B202025F562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52F2EF08-F4C3-4AD2-9A59-6FECFFA6DC3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FF03E46B-3AA2-4060-B4DD-BB0E93220DC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029</a:t>
            </a:r>
          </a:p>
        </p:txBody>
      </p:sp>
      <p:sp>
        <p:nvSpPr>
          <p:cNvPr id="6" name="">
            <a:extLst xmlns:a="http://schemas.openxmlformats.org/drawingml/2006/main">
              <a:ext uri="{FF2B5EF4-FFF2-40B4-BE49-F238E27FC236}">
                <a16:creationId xmlns:a16="http://schemas.microsoft.com/office/drawing/2014/main" id="{1723BF7D-84F0-4573-9478-9D868312507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Engineer a Plan–Diff–Verify Prompt Contract</a:t>
            </a:r>
          </a:p>
        </p:txBody>
      </p:sp>
      <p:sp>
        <p:nvSpPr>
          <p:cNvPr id="7" name="">
            <a:extLst xmlns:a="http://schemas.openxmlformats.org/drawingml/2006/main">
              <a:ext uri="{FF2B5EF4-FFF2-40B4-BE49-F238E27FC236}">
                <a16:creationId xmlns:a16="http://schemas.microsoft.com/office/drawing/2014/main" id="{D87473A1-067F-47F4-8F5A-4D2A30A0456B}"/>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3C9159E8-FC2A-4D0E-BE72-915102F0A1E0}"/>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3402FCD1-B2CB-490F-9B5A-648EB2CB3399}"/>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C9AA1D4F-541E-4744-B035-E2646C15774E}"/>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reusable prompt and review templates that force planning, bounded edits and verification evidence.</a:t>
            </a:r>
          </a:p>
        </p:txBody>
      </p:sp>
      <p:sp>
        <p:nvSpPr>
          <p:cNvPr id="11" name="">
            <a:extLst xmlns:a="http://schemas.openxmlformats.org/drawingml/2006/main">
              <a:ext uri="{FF2B5EF4-FFF2-40B4-BE49-F238E27FC236}">
                <a16:creationId xmlns:a16="http://schemas.microsoft.com/office/drawing/2014/main" id="{E895451B-220C-48D1-B46D-46568CB37BE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5E021941-D468-47E4-8F56-8E528B6FEF66}"/>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64A1FB60-EF5B-4C56-BB2D-3AC4F56C7107}"/>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docs/prompt-template.md, docs/review-checklist.md</a:t>
            </a:r>
          </a:p>
        </p:txBody>
      </p:sp>
      <p:sp>
        <p:nvSpPr>
          <p:cNvPr id="14" name="">
            <a:extLst xmlns:a="http://schemas.openxmlformats.org/drawingml/2006/main">
              <a:ext uri="{FF2B5EF4-FFF2-40B4-BE49-F238E27FC236}">
                <a16:creationId xmlns:a16="http://schemas.microsoft.com/office/drawing/2014/main" id="{DDF8DB10-1E17-442C-AC35-72D3DB407A6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CF519680-1493-45F0-8ECA-D4CFB0E7BA5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9255EA6-DC78-4D61-8D00-C6B3FC0305B5}"/>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35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1.4</a:t>
            </a:r>
          </a:p>
        </p:txBody>
      </p:sp>
    </p:spTree>
    <p:extLst>
      <p:ext uri="{BB962C8B-B14F-4D97-AF65-F5344CB8AC3E}">
        <p14:creationId xmlns:p14="http://schemas.microsoft.com/office/powerpoint/2010/main" val="145824267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2F4CBB01-3063-4822-AEE4-CAA20D571C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0335F62-ECE2-447A-8A46-6CB5C52BBBC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A9B6E75C-965C-496B-AB6A-02562B6C2A0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32F7C11F-217B-49AB-8C27-1438E92F616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FFF4D139-2129-4472-801E-BF57CD86F3B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030</a:t>
            </a:r>
          </a:p>
        </p:txBody>
      </p:sp>
      <p:sp>
        <p:nvSpPr>
          <p:cNvPr id="6" name="">
            <a:extLst xmlns:a="http://schemas.openxmlformats.org/drawingml/2006/main">
              <a:ext uri="{FF2B5EF4-FFF2-40B4-BE49-F238E27FC236}">
                <a16:creationId xmlns:a16="http://schemas.microsoft.com/office/drawing/2014/main" id="{31AA3BA2-2363-4569-97D8-61ACCC7620F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2550331E-737E-429D-8344-A39B9034AF22}"/>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A008AD0-09A7-4C70-8243-F93C2B1071ED}"/>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7E72876F-8A0D-4C05-9331-6BA9CA096A93}"/>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D2181D97-425C-4B16-B7AB-7CE96AC08F7C}"/>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D823225F-3940-428B-8FA0-E6569239D601}"/>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context engineering</a:t>
            </a:r>
          </a:p>
        </p:txBody>
      </p:sp>
      <p:sp>
        <p:nvSpPr>
          <p:cNvPr id="12" name="">
            <a:extLst xmlns:a="http://schemas.openxmlformats.org/drawingml/2006/main">
              <a:ext uri="{FF2B5EF4-FFF2-40B4-BE49-F238E27FC236}">
                <a16:creationId xmlns:a16="http://schemas.microsoft.com/office/drawing/2014/main" id="{EDC625FB-E465-4E4D-934D-DB518B7634B8}"/>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bounded change</a:t>
            </a:r>
          </a:p>
        </p:txBody>
      </p:sp>
      <p:sp>
        <p:nvSpPr>
          <p:cNvPr id="13" name="">
            <a:extLst xmlns:a="http://schemas.openxmlformats.org/drawingml/2006/main">
              <a:ext uri="{FF2B5EF4-FFF2-40B4-BE49-F238E27FC236}">
                <a16:creationId xmlns:a16="http://schemas.microsoft.com/office/drawing/2014/main" id="{A28A214D-7F69-4359-9FD1-C21A4BC6A0B7}"/>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diff review</a:t>
            </a:r>
          </a:p>
        </p:txBody>
      </p:sp>
      <p:sp>
        <p:nvSpPr>
          <p:cNvPr id="14" name="">
            <a:extLst xmlns:a="http://schemas.openxmlformats.org/drawingml/2006/main">
              <a:ext uri="{FF2B5EF4-FFF2-40B4-BE49-F238E27FC236}">
                <a16:creationId xmlns:a16="http://schemas.microsoft.com/office/drawing/2014/main" id="{D1242380-DA40-4D37-941D-86909E7E32EE}"/>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rollback</a:t>
            </a:r>
          </a:p>
        </p:txBody>
      </p:sp>
      <p:sp>
        <p:nvSpPr>
          <p:cNvPr id="15" name="">
            <a:extLst xmlns:a="http://schemas.openxmlformats.org/drawingml/2006/main">
              <a:ext uri="{FF2B5EF4-FFF2-40B4-BE49-F238E27FC236}">
                <a16:creationId xmlns:a16="http://schemas.microsoft.com/office/drawing/2014/main" id="{FA8DA61C-1C34-42A3-8035-9D6199EDBA54}"/>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Plan names files</a:t>
            </a:r>
          </a:p>
        </p:txBody>
      </p:sp>
      <p:sp>
        <p:nvSpPr>
          <p:cNvPr id="16" name="">
            <a:extLst xmlns:a="http://schemas.openxmlformats.org/drawingml/2006/main">
              <a:ext uri="{FF2B5EF4-FFF2-40B4-BE49-F238E27FC236}">
                <a16:creationId xmlns:a16="http://schemas.microsoft.com/office/drawing/2014/main" id="{601AA8CA-AC88-4849-8231-06E814037586}"/>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Risks and rollback exist</a:t>
            </a:r>
          </a:p>
        </p:txBody>
      </p:sp>
      <p:sp>
        <p:nvSpPr>
          <p:cNvPr id="17" name="">
            <a:extLst xmlns:a="http://schemas.openxmlformats.org/drawingml/2006/main">
              <a:ext uri="{FF2B5EF4-FFF2-40B4-BE49-F238E27FC236}">
                <a16:creationId xmlns:a16="http://schemas.microsoft.com/office/drawing/2014/main" id="{A2DC02B6-1DBF-4FF0-BEB5-18C07570C50A}"/>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increment is authorized</a:t>
            </a:r>
          </a:p>
        </p:txBody>
      </p:sp>
      <p:sp>
        <p:nvSpPr>
          <p:cNvPr id="18" name="">
            <a:extLst xmlns:a="http://schemas.openxmlformats.org/drawingml/2006/main">
              <a:ext uri="{FF2B5EF4-FFF2-40B4-BE49-F238E27FC236}">
                <a16:creationId xmlns:a16="http://schemas.microsoft.com/office/drawing/2014/main" id="{2124EB05-408A-45B0-8D16-A036166D750F}"/>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Decision is backed by commands and browser evidence</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1.4</a:t>
            </a:r>
          </a:p>
        </p:txBody>
      </p:sp>
    </p:spTree>
    <p:extLst>
      <p:ext uri="{BB962C8B-B14F-4D97-AF65-F5344CB8AC3E}">
        <p14:creationId xmlns:p14="http://schemas.microsoft.com/office/powerpoint/2010/main" val="78939766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CA6086F4-781F-4784-9755-07F481EB96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04AF2B4-6393-4921-9520-FBBB7CC81EB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50A58288-20E2-4CE7-8A2E-2B978E784BE2}"/>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88C09CF6-A62E-4039-8AFE-54CEF3F5079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D40E47B-25E8-4A2C-9F43-71B5ACC196D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031</a:t>
            </a:r>
          </a:p>
        </p:txBody>
      </p:sp>
      <p:sp>
        <p:nvSpPr>
          <p:cNvPr id="6" name="">
            <a:extLst xmlns:a="http://schemas.openxmlformats.org/drawingml/2006/main">
              <a:ext uri="{FF2B5EF4-FFF2-40B4-BE49-F238E27FC236}">
                <a16:creationId xmlns:a16="http://schemas.microsoft.com/office/drawing/2014/main" id="{B9E014CF-7BEC-4969-83E8-E148BCE0410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BD433FD4-B94D-46B0-BEF2-F9D0A268E728}"/>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C76D69D-E5ED-4C79-9B83-DC62DFF18382}"/>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C9D9FF02-35B6-4339-AB3B-C9A414F9D22C}"/>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prompt template with Goal, Context, Constraints, Deliverables, Verification and …</a:t>
            </a:r>
          </a:p>
        </p:txBody>
      </p:sp>
      <p:sp>
        <p:nvSpPr>
          <p:cNvPr id="10" name="">
            <a:extLst xmlns:a="http://schemas.openxmlformats.org/drawingml/2006/main">
              <a:ext uri="{FF2B5EF4-FFF2-40B4-BE49-F238E27FC236}">
                <a16:creationId xmlns:a16="http://schemas.microsoft.com/office/drawing/2014/main" id="{2B4BABED-62CE-4038-9E4F-DB9856174DA4}"/>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B903B47-7B9C-4DE9-8E44-DA1C6E93753F}"/>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B52CA269-BD96-4464-9D00-4E35B8396D2C}"/>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review checklist covering file scope, dependencies, types, accessibility, errors …</a:t>
            </a:r>
          </a:p>
        </p:txBody>
      </p:sp>
      <p:sp>
        <p:nvSpPr>
          <p:cNvPr id="13" name="">
            <a:extLst xmlns:a="http://schemas.openxmlformats.org/drawingml/2006/main">
              <a:ext uri="{FF2B5EF4-FFF2-40B4-BE49-F238E27FC236}">
                <a16:creationId xmlns:a16="http://schemas.microsoft.com/office/drawing/2014/main" id="{11FAB586-9F0D-4B2D-AA3F-87C3C906EA63}"/>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1EB5AD2B-0EB4-4D38-93B3-318B2FA4C244}"/>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860C548E-D5D4-4365-942B-B0FF021B7BEC}"/>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plan the SprintBoard shell and name every file it would change; do not …</a:t>
            </a:r>
          </a:p>
        </p:txBody>
      </p:sp>
      <p:sp>
        <p:nvSpPr>
          <p:cNvPr id="16" name="">
            <a:extLst xmlns:a="http://schemas.openxmlformats.org/drawingml/2006/main">
              <a:ext uri="{FF2B5EF4-FFF2-40B4-BE49-F238E27FC236}">
                <a16:creationId xmlns:a16="http://schemas.microsoft.com/office/drawing/2014/main" id="{AA50A962-2A99-4354-925F-CB66DC3EB587}"/>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8DA07C2-8A97-455E-A337-B136A7D0C21A}"/>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06F84212-8235-4E94-A774-47D374F2F46E}"/>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Compare the plan to the product brief; reject any unrequested package or architecture</a:t>
            </a:r>
          </a:p>
        </p:txBody>
      </p:sp>
      <p:sp>
        <p:nvSpPr>
          <p:cNvPr id="19" name="">
            <a:extLst xmlns:a="http://schemas.openxmlformats.org/drawingml/2006/main">
              <a:ext uri="{FF2B5EF4-FFF2-40B4-BE49-F238E27FC236}">
                <a16:creationId xmlns:a16="http://schemas.microsoft.com/office/drawing/2014/main" id="{6D7AE65A-6F3B-48BC-8A46-25C9D24C00FB}"/>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50D1F120-6F7B-4A3F-BA5E-EA63E293628D}"/>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A5BC43D0-F633-4742-A1B2-2231416E60FA}"/>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Authorize one small increment and require the agent to summarize the resulting diff</a:t>
            </a:r>
          </a:p>
        </p:txBody>
      </p:sp>
      <p:sp>
        <p:nvSpPr>
          <p:cNvPr id="22" name="">
            <a:extLst xmlns:a="http://schemas.openxmlformats.org/drawingml/2006/main">
              <a:ext uri="{FF2B5EF4-FFF2-40B4-BE49-F238E27FC236}">
                <a16:creationId xmlns:a16="http://schemas.microsoft.com/office/drawing/2014/main" id="{717CF7E3-B5BB-41F2-BECC-A7BD0440CBC0}"/>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B81E78D9-1D67-45A9-A62A-1F0A24D255CF}"/>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6A24FDDD-1B51-4F64-9208-3404B2888787}"/>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the verification commands yourself; record keep, refine, or revert with the evidence</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1.4</a:t>
            </a:r>
          </a:p>
        </p:txBody>
      </p:sp>
    </p:spTree>
    <p:extLst>
      <p:ext uri="{BB962C8B-B14F-4D97-AF65-F5344CB8AC3E}">
        <p14:creationId xmlns:p14="http://schemas.microsoft.com/office/powerpoint/2010/main" val="142648482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BDFFAF0-5B75-4D90-A588-72B35396E4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1ABEC89-B67F-4933-930A-CE9351507E6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AD111ECE-7F13-4EB7-A550-D463E6403EA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BAE466F7-346F-404A-B94C-EB155EEEC7A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5C5E8CA1-E343-4CD8-9C5E-5D9BAEB44A4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032</a:t>
            </a:r>
          </a:p>
        </p:txBody>
      </p:sp>
      <p:sp>
        <p:nvSpPr>
          <p:cNvPr id="6" name="">
            <a:extLst xmlns:a="http://schemas.openxmlformats.org/drawingml/2006/main">
              <a:ext uri="{FF2B5EF4-FFF2-40B4-BE49-F238E27FC236}">
                <a16:creationId xmlns:a16="http://schemas.microsoft.com/office/drawing/2014/main" id="{AA48DA71-F712-427E-9E11-A751B672900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98CEE2BC-B569-4BF7-ACAC-4BCDA6AED015}"/>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E4F1F8A2-F305-4CEB-9A78-2424F2A38DD1}"/>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9453F293-1E77-43A0-A02F-DCD1CE058530}"/>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Goal: propose the smallest SprintBoard shell. Context: read the product brief and AGENTS.md. Constraints: no new dependencies and no implementation yet. Deliverables: numbered plan, exact file list, risks, verification commands and rollback point. Stop after the plan.</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1.4</a:t>
            </a:r>
          </a:p>
        </p:txBody>
      </p:sp>
    </p:spTree>
    <p:extLst>
      <p:ext uri="{BB962C8B-B14F-4D97-AF65-F5344CB8AC3E}">
        <p14:creationId xmlns:p14="http://schemas.microsoft.com/office/powerpoint/2010/main" val="49906555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8FE2F77F-1E7A-4F99-B6ED-D4471BB3E4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4B0E369-934A-41FB-B248-3A9530C98F5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DFA5430-024D-4DAD-AEE5-9917A6770CC4}"/>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C5510229-C3D6-4801-84F2-8F86B865B1F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04707DE3-4F38-40BB-A13D-82C689349DA4}"/>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033</a:t>
            </a:r>
          </a:p>
        </p:txBody>
      </p:sp>
      <p:sp>
        <p:nvSpPr>
          <p:cNvPr id="6" name="">
            <a:extLst xmlns:a="http://schemas.openxmlformats.org/drawingml/2006/main">
              <a:ext uri="{FF2B5EF4-FFF2-40B4-BE49-F238E27FC236}">
                <a16:creationId xmlns:a16="http://schemas.microsoft.com/office/drawing/2014/main" id="{0B95FDAB-1D27-4DAB-B505-627CF1FA9FB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C61F9C3B-7DDF-491C-A24C-0D2B253A24C6}"/>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02F35559-2336-41D4-865A-3500E68B721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3CAE99BC-BE1E-4CD8-92B5-2922D6EA61E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8E29E5A7-8595-4F10-AC73-03B91C1F671F}"/>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Prompt asks for the entire app</a:t>
            </a:r>
          </a:p>
        </p:txBody>
      </p:sp>
      <p:sp>
        <p:nvSpPr>
          <p:cNvPr id="11" name="">
            <a:extLst xmlns:a="http://schemas.openxmlformats.org/drawingml/2006/main">
              <a:ext uri="{FF2B5EF4-FFF2-40B4-BE49-F238E27FC236}">
                <a16:creationId xmlns:a16="http://schemas.microsoft.com/office/drawing/2014/main" id="{9B9598CB-2EDE-478C-BE0F-EAE58BB6FAB8}"/>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0C9AC061-999B-4E2F-99BF-AD3525F7F5F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CCA16C0F-9879-48E8-88F1-6FC9109D1BD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Agent silently adds a UI framework</a:t>
            </a:r>
          </a:p>
        </p:txBody>
      </p:sp>
      <p:sp>
        <p:nvSpPr>
          <p:cNvPr id="14" name="">
            <a:extLst xmlns:a="http://schemas.openxmlformats.org/drawingml/2006/main">
              <a:ext uri="{FF2B5EF4-FFF2-40B4-BE49-F238E27FC236}">
                <a16:creationId xmlns:a16="http://schemas.microsoft.com/office/drawing/2014/main" id="{366CE999-777E-4E5A-A710-33FAABF53EF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04888B6B-C5D7-4066-A5EC-9C5F7A62FD08}"/>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D3A48D91-3424-4E95-B4BA-9AF187DF34AA}"/>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Summary replaces line-by-line diff review</a:t>
            </a:r>
          </a:p>
        </p:txBody>
      </p:sp>
      <p:sp>
        <p:nvSpPr>
          <p:cNvPr id="17" name="">
            <a:extLst xmlns:a="http://schemas.openxmlformats.org/drawingml/2006/main">
              <a:ext uri="{FF2B5EF4-FFF2-40B4-BE49-F238E27FC236}">
                <a16:creationId xmlns:a16="http://schemas.microsoft.com/office/drawing/2014/main" id="{1C92515A-8D46-4BF9-9B08-D03366978402}"/>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ADE93E5E-1F20-44B0-881F-6A6F9605DA55}"/>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00F6E60C-8938-4E48-90B6-96A3E355A4EA}"/>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Passing build treated as complete evidence</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1.4</a:t>
            </a:r>
          </a:p>
        </p:txBody>
      </p:sp>
    </p:spTree>
    <p:extLst>
      <p:ext uri="{BB962C8B-B14F-4D97-AF65-F5344CB8AC3E}">
        <p14:creationId xmlns:p14="http://schemas.microsoft.com/office/powerpoint/2010/main" val="1333147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194A2E4-4BAB-4CD9-BF31-E024A9F1E0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EE97C6D-1526-4C20-9A89-FB1B4ADF500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48C8A8BB-2002-4B07-BD48-6BDAFFAE744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FEC25DEF-A79B-4A6D-AAE4-82A9C74339D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77F0F473-A7AB-4AEA-AF4F-B772A1F30AA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034</a:t>
            </a:r>
          </a:p>
        </p:txBody>
      </p:sp>
      <p:sp>
        <p:nvSpPr>
          <p:cNvPr id="6" name="">
            <a:extLst xmlns:a="http://schemas.openxmlformats.org/drawingml/2006/main">
              <a:ext uri="{FF2B5EF4-FFF2-40B4-BE49-F238E27FC236}">
                <a16:creationId xmlns:a16="http://schemas.microsoft.com/office/drawing/2014/main" id="{557B853A-0197-4F0A-ADE7-8AFA10F5AE6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5F2DB6AB-F49E-477B-BD04-6A403834CC72}"/>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8876A66-CC80-4DEE-95FA-34FDCAED0BFB}"/>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2004A01-E69F-4B05-85D9-E7B82807E951}"/>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89F207D5-C78A-4E3F-9AB2-30CA5AF57AAB}"/>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ADC70F1A-BF62-4D9C-8930-564D20F535F9}"/>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Plan names files</a:t>
            </a:r>
          </a:p>
        </p:txBody>
      </p:sp>
      <p:sp>
        <p:nvSpPr>
          <p:cNvPr id="12" name="">
            <a:extLst xmlns:a="http://schemas.openxmlformats.org/drawingml/2006/main">
              <a:ext uri="{FF2B5EF4-FFF2-40B4-BE49-F238E27FC236}">
                <a16:creationId xmlns:a16="http://schemas.microsoft.com/office/drawing/2014/main" id="{DA8C54AB-D944-444E-A3C6-5033E46193D9}"/>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Risks and rollback exist</a:t>
            </a:r>
          </a:p>
        </p:txBody>
      </p:sp>
      <p:sp>
        <p:nvSpPr>
          <p:cNvPr id="13" name="">
            <a:extLst xmlns:a="http://schemas.openxmlformats.org/drawingml/2006/main">
              <a:ext uri="{FF2B5EF4-FFF2-40B4-BE49-F238E27FC236}">
                <a16:creationId xmlns:a16="http://schemas.microsoft.com/office/drawing/2014/main" id="{8A1970B0-08B5-4C63-9D74-30D6D00B6A89}"/>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increment is authorized</a:t>
            </a:r>
          </a:p>
        </p:txBody>
      </p:sp>
      <p:sp>
        <p:nvSpPr>
          <p:cNvPr id="14" name="">
            <a:extLst xmlns:a="http://schemas.openxmlformats.org/drawingml/2006/main">
              <a:ext uri="{FF2B5EF4-FFF2-40B4-BE49-F238E27FC236}">
                <a16:creationId xmlns:a16="http://schemas.microsoft.com/office/drawing/2014/main" id="{E760F9A2-A78F-4FA8-94D3-1D22A5AEEEB3}"/>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Decision is backed by commands and browser evidence</a:t>
            </a:r>
          </a:p>
        </p:txBody>
      </p:sp>
      <p:sp>
        <p:nvSpPr>
          <p:cNvPr id="15" name="">
            <a:extLst xmlns:a="http://schemas.openxmlformats.org/drawingml/2006/main">
              <a:ext uri="{FF2B5EF4-FFF2-40B4-BE49-F238E27FC236}">
                <a16:creationId xmlns:a16="http://schemas.microsoft.com/office/drawing/2014/main" id="{A7C3773E-13D2-4257-B359-0418073F868F}"/>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B8587B01-78D0-4490-A2A1-2A05A7225CB3}"/>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418F2B9D-A093-49EE-B6FE-FD475195351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EEC2C633-2248-4173-B83A-7DA6A329185A}"/>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876D6754-C495-47E2-8CF3-1B363905443E}"/>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1.4</a:t>
            </a:r>
          </a:p>
        </p:txBody>
      </p:sp>
    </p:spTree>
    <p:extLst>
      <p:ext uri="{BB962C8B-B14F-4D97-AF65-F5344CB8AC3E}">
        <p14:creationId xmlns:p14="http://schemas.microsoft.com/office/powerpoint/2010/main" val="154787341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16EF616-A791-482F-B58E-80FC6FF9DA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E40457F-F444-4DF7-A083-CDD73F48012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479F5D2D-75FB-4D0A-8890-9DE451E9480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35150B7B-AC36-4126-A966-E447EFC5F36C}"/>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655A2E9-2B9E-4C68-9AFB-6C473CA11A5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035</a:t>
            </a:r>
          </a:p>
        </p:txBody>
      </p:sp>
      <p:sp>
        <p:nvSpPr>
          <p:cNvPr id="6" name="">
            <a:extLst xmlns:a="http://schemas.openxmlformats.org/drawingml/2006/main">
              <a:ext uri="{FF2B5EF4-FFF2-40B4-BE49-F238E27FC236}">
                <a16:creationId xmlns:a16="http://schemas.microsoft.com/office/drawing/2014/main" id="{61BE8F09-C56A-498F-B9E9-B417A7666C4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Build and Review the First React Screen</a:t>
            </a:r>
          </a:p>
        </p:txBody>
      </p:sp>
      <p:sp>
        <p:nvSpPr>
          <p:cNvPr id="7" name="">
            <a:extLst xmlns:a="http://schemas.openxmlformats.org/drawingml/2006/main">
              <a:ext uri="{FF2B5EF4-FFF2-40B4-BE49-F238E27FC236}">
                <a16:creationId xmlns:a16="http://schemas.microsoft.com/office/drawing/2014/main" id="{E71FC424-7929-42C0-A7B4-A516C0ADC205}"/>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CA3FA3D2-20F4-475F-BBCD-DE54623B88D9}"/>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3445851F-624D-44F7-9994-78DD766074C7}"/>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166C662E-09D2-451D-A17E-5AC0DFF68208}"/>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Replace the starter content with a semantic SprintBoard shell while reviewing every generated line.</a:t>
            </a:r>
          </a:p>
        </p:txBody>
      </p:sp>
      <p:sp>
        <p:nvSpPr>
          <p:cNvPr id="11" name="">
            <a:extLst xmlns:a="http://schemas.openxmlformats.org/drawingml/2006/main">
              <a:ext uri="{FF2B5EF4-FFF2-40B4-BE49-F238E27FC236}">
                <a16:creationId xmlns:a16="http://schemas.microsoft.com/office/drawing/2014/main" id="{0672F809-E594-42DC-A9CC-961507D3A299}"/>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D35E808-9517-4BFB-B85C-9C78F94C935B}"/>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6CF00BE4-0993-4B42-8CD5-0F35A472C01F}"/>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src/App.tsx, src/App.css, src/index.css</a:t>
            </a:r>
          </a:p>
        </p:txBody>
      </p:sp>
      <p:sp>
        <p:nvSpPr>
          <p:cNvPr id="14" name="">
            <a:extLst xmlns:a="http://schemas.openxmlformats.org/drawingml/2006/main">
              <a:ext uri="{FF2B5EF4-FFF2-40B4-BE49-F238E27FC236}">
                <a16:creationId xmlns:a16="http://schemas.microsoft.com/office/drawing/2014/main" id="{41CCD74C-319B-4E7C-A0ED-AAA67146B26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2F8D6D90-17F7-4BC5-BA2A-A68AB7E9467D}"/>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3B245AD9-24A6-401D-BC33-9DC7D56903C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1.5</a:t>
            </a:r>
          </a:p>
        </p:txBody>
      </p:sp>
    </p:spTree>
    <p:extLst>
      <p:ext uri="{BB962C8B-B14F-4D97-AF65-F5344CB8AC3E}">
        <p14:creationId xmlns:p14="http://schemas.microsoft.com/office/powerpoint/2010/main" val="29518658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AC0DCDBC-8447-4E9A-AAEB-AB1B0D11B1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CE250EA-1A4B-4D40-A4F2-0449DB02310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208DDBE-CA12-4506-A945-2F0FD43DC6F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475B8D89-DEE5-455A-8607-1B2104FE138C}"/>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1F9C61D3-886F-4346-B256-36C5DDB27B4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036</a:t>
            </a:r>
          </a:p>
        </p:txBody>
      </p:sp>
      <p:sp>
        <p:nvSpPr>
          <p:cNvPr id="6" name="">
            <a:extLst xmlns:a="http://schemas.openxmlformats.org/drawingml/2006/main">
              <a:ext uri="{FF2B5EF4-FFF2-40B4-BE49-F238E27FC236}">
                <a16:creationId xmlns:a16="http://schemas.microsoft.com/office/drawing/2014/main" id="{85D12418-14D4-434A-BC9C-D7CDEF8A17F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98A79CAC-F5EB-40D5-84C6-6C600D89B5F3}"/>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0FBCBCE-D2D2-4EA2-AF19-8F91FEC26AED}"/>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B040104-A1B5-4C95-8D75-7F5E0DBB790C}"/>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5E57FF21-754D-49EA-B83E-C6F6234A98C3}"/>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9ABA8504-ECD3-4D99-847C-C94A37A693B0}"/>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function component</a:t>
            </a:r>
          </a:p>
        </p:txBody>
      </p:sp>
      <p:sp>
        <p:nvSpPr>
          <p:cNvPr id="12" name="">
            <a:extLst xmlns:a="http://schemas.openxmlformats.org/drawingml/2006/main">
              <a:ext uri="{FF2B5EF4-FFF2-40B4-BE49-F238E27FC236}">
                <a16:creationId xmlns:a16="http://schemas.microsoft.com/office/drawing/2014/main" id="{920C6850-1413-48E1-87B2-F9DA2655E7E8}"/>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JSX</a:t>
            </a:r>
          </a:p>
        </p:txBody>
      </p:sp>
      <p:sp>
        <p:nvSpPr>
          <p:cNvPr id="13" name="">
            <a:extLst xmlns:a="http://schemas.openxmlformats.org/drawingml/2006/main">
              <a:ext uri="{FF2B5EF4-FFF2-40B4-BE49-F238E27FC236}">
                <a16:creationId xmlns:a16="http://schemas.microsoft.com/office/drawing/2014/main" id="{F043DECE-0B3F-4670-9C31-9817FDDCD891}"/>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semantic HTML</a:t>
            </a:r>
          </a:p>
        </p:txBody>
      </p:sp>
      <p:sp>
        <p:nvSpPr>
          <p:cNvPr id="14" name="">
            <a:extLst xmlns:a="http://schemas.openxmlformats.org/drawingml/2006/main">
              <a:ext uri="{FF2B5EF4-FFF2-40B4-BE49-F238E27FC236}">
                <a16:creationId xmlns:a16="http://schemas.microsoft.com/office/drawing/2014/main" id="{94431479-C0A7-4D9D-B057-1C33BDADFA2D}"/>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component tree</a:t>
            </a:r>
          </a:p>
        </p:txBody>
      </p:sp>
      <p:sp>
        <p:nvSpPr>
          <p:cNvPr id="15" name="">
            <a:extLst xmlns:a="http://schemas.openxmlformats.org/drawingml/2006/main">
              <a:ext uri="{FF2B5EF4-FFF2-40B4-BE49-F238E27FC236}">
                <a16:creationId xmlns:a16="http://schemas.microsoft.com/office/drawing/2014/main" id="{346C9E6F-4685-47E1-96F5-51FA309C1254}"/>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Landmarks are present</a:t>
            </a:r>
          </a:p>
        </p:txBody>
      </p:sp>
      <p:sp>
        <p:nvSpPr>
          <p:cNvPr id="16" name="">
            <a:extLst xmlns:a="http://schemas.openxmlformats.org/drawingml/2006/main">
              <a:ext uri="{FF2B5EF4-FFF2-40B4-BE49-F238E27FC236}">
                <a16:creationId xmlns:a16="http://schemas.microsoft.com/office/drawing/2014/main" id="{B2570C75-AC48-4A51-BDCD-8704BFC74175}"/>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console errors</a:t>
            </a:r>
          </a:p>
        </p:txBody>
      </p:sp>
      <p:sp>
        <p:nvSpPr>
          <p:cNvPr id="17" name="">
            <a:extLst xmlns:a="http://schemas.openxmlformats.org/drawingml/2006/main">
              <a:ext uri="{FF2B5EF4-FFF2-40B4-BE49-F238E27FC236}">
                <a16:creationId xmlns:a16="http://schemas.microsoft.com/office/drawing/2014/main" id="{56F28998-1B78-4282-BBF4-5507AEF5F8F4}"/>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Lint and build pass</a:t>
            </a:r>
          </a:p>
        </p:txBody>
      </p:sp>
      <p:sp>
        <p:nvSpPr>
          <p:cNvPr id="18" name="">
            <a:extLst xmlns:a="http://schemas.openxmlformats.org/drawingml/2006/main">
              <a:ext uri="{FF2B5EF4-FFF2-40B4-BE49-F238E27FC236}">
                <a16:creationId xmlns:a16="http://schemas.microsoft.com/office/drawing/2014/main" id="{7B536C39-717B-4AF0-AB2F-360768F45404}"/>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375 px and 1280 px views remain usable</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1.5</a:t>
            </a:r>
          </a:p>
        </p:txBody>
      </p:sp>
    </p:spTree>
    <p:extLst>
      <p:ext uri="{BB962C8B-B14F-4D97-AF65-F5344CB8AC3E}">
        <p14:creationId xmlns:p14="http://schemas.microsoft.com/office/powerpoint/2010/main" val="125868903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49B5159B-8AC1-4F50-955F-854F64FDC2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C7B991-D0E3-4E87-A994-43D14553BE3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50043F9-D35E-408A-A8C0-4226AB7AF56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163A3AF7-E13D-493E-9478-07E95A90BA7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9EEE17A3-6B74-4B56-AF79-F60AF878D7F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037</a:t>
            </a:r>
          </a:p>
        </p:txBody>
      </p:sp>
      <p:sp>
        <p:nvSpPr>
          <p:cNvPr id="6" name="">
            <a:extLst xmlns:a="http://schemas.openxmlformats.org/drawingml/2006/main">
              <a:ext uri="{FF2B5EF4-FFF2-40B4-BE49-F238E27FC236}">
                <a16:creationId xmlns:a16="http://schemas.microsoft.com/office/drawing/2014/main" id="{FD2AF7FA-9D7C-431B-98CA-54134C36C3F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1B6B7F97-0A91-4758-ACFD-1B68A102E143}"/>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1A33749-4147-4157-8769-DEEFE4D02C17}"/>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CA9E62E9-6007-461B-A6AF-8344091E7A3F}"/>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Approve a shell containing header, navigation, main board region and footer; keep content …</a:t>
            </a:r>
          </a:p>
        </p:txBody>
      </p:sp>
      <p:sp>
        <p:nvSpPr>
          <p:cNvPr id="10" name="">
            <a:extLst xmlns:a="http://schemas.openxmlformats.org/drawingml/2006/main">
              <a:ext uri="{FF2B5EF4-FFF2-40B4-BE49-F238E27FC236}">
                <a16:creationId xmlns:a16="http://schemas.microsoft.com/office/drawing/2014/main" id="{72998371-E60A-452B-BD72-C9BED0154606}"/>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D52E505B-DE0C-4A1C-98BB-4D4CEDFFD964}"/>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A30871EE-675B-4084-B951-D9401585ECD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implement only App.tsx and focused CSS, preserving the Vite entry point</a:t>
            </a:r>
          </a:p>
        </p:txBody>
      </p:sp>
      <p:sp>
        <p:nvSpPr>
          <p:cNvPr id="13" name="">
            <a:extLst xmlns:a="http://schemas.openxmlformats.org/drawingml/2006/main">
              <a:ext uri="{FF2B5EF4-FFF2-40B4-BE49-F238E27FC236}">
                <a16:creationId xmlns:a16="http://schemas.microsoft.com/office/drawing/2014/main" id="{4C7DFCE4-C790-47E3-A562-A848F8F08B5C}"/>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453DEDC7-058B-49D7-8AF5-496289E171BA}"/>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F3577472-DBE5-4917-A233-E17703F1BCB7}"/>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Read the JSX aloud as a tree and identify every opening/closing tag and expression boundary</a:t>
            </a:r>
          </a:p>
        </p:txBody>
      </p:sp>
      <p:sp>
        <p:nvSpPr>
          <p:cNvPr id="16" name="">
            <a:extLst xmlns:a="http://schemas.openxmlformats.org/drawingml/2006/main">
              <a:ext uri="{FF2B5EF4-FFF2-40B4-BE49-F238E27FC236}">
                <a16:creationId xmlns:a16="http://schemas.microsoft.com/office/drawing/2014/main" id="{6C84A79A-1510-4D38-B6CF-A82E3BAEBB60}"/>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9B93864-D500-474A-ADCE-0C7B467CD5BC}"/>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A0B372EE-2F72-455D-8F6C-048AFEF74BE0}"/>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the diff for removed defaults, global CSS leakage, inaccessible navigation, or …</a:t>
            </a:r>
          </a:p>
        </p:txBody>
      </p:sp>
      <p:sp>
        <p:nvSpPr>
          <p:cNvPr id="19" name="">
            <a:extLst xmlns:a="http://schemas.openxmlformats.org/drawingml/2006/main">
              <a:ext uri="{FF2B5EF4-FFF2-40B4-BE49-F238E27FC236}">
                <a16:creationId xmlns:a16="http://schemas.microsoft.com/office/drawing/2014/main" id="{2F7E5C9D-F63C-453A-BAE9-8E880EFE3E0F}"/>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8F7F4"/>
          </a:solidFill>
          <a:ln xmlns:a="http://schemas.openxmlformats.org/drawingml/2006/main" w="14604">
            <a:solidFill>
              <a:srgbClr val="0B8F8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0C24DED0-5B6D-4A2E-B971-18220DF06739}"/>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3FAB6281-6B5D-406F-99AA-3397A42820DD}"/>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dev, lint and build; inspect the console and browser at 375 px and 1280 px</a:t>
            </a:r>
          </a:p>
        </p:txBody>
      </p:sp>
      <p:sp>
        <p:nvSpPr>
          <p:cNvPr id="22" name="">
            <a:extLst xmlns:a="http://schemas.openxmlformats.org/drawingml/2006/main">
              <a:ext uri="{FF2B5EF4-FFF2-40B4-BE49-F238E27FC236}">
                <a16:creationId xmlns:a16="http://schemas.microsoft.com/office/drawing/2014/main" id="{742241A1-9C6E-4CC8-B6D8-8867705208EC}"/>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E1D958D2-AC6D-46D4-B144-17657FDF6DDE}"/>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A83EE3CC-CE48-4ADE-BEB6-1BA21B08D319}"/>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Commit only after the screen matches the brief and the learner can explain every changed …</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1.5</a:t>
            </a:r>
          </a:p>
        </p:txBody>
      </p:sp>
    </p:spTree>
    <p:extLst>
      <p:ext uri="{BB962C8B-B14F-4D97-AF65-F5344CB8AC3E}">
        <p14:creationId xmlns:p14="http://schemas.microsoft.com/office/powerpoint/2010/main" val="119500729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C8E6D5F-CA8D-4FE2-8690-3608C6FC32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A4E83B5-1346-49C5-921A-224271DCD2B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F0D002B-C65B-4699-9E61-F71CD332D52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11499454-B867-4345-8172-DB9A3033944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430903A-66B4-4062-BD55-D7861EE97A0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038</a:t>
            </a:r>
          </a:p>
        </p:txBody>
      </p:sp>
      <p:sp>
        <p:nvSpPr>
          <p:cNvPr id="6" name="">
            <a:extLst xmlns:a="http://schemas.openxmlformats.org/drawingml/2006/main">
              <a:ext uri="{FF2B5EF4-FFF2-40B4-BE49-F238E27FC236}">
                <a16:creationId xmlns:a16="http://schemas.microsoft.com/office/drawing/2014/main" id="{A6CB2502-9D2D-4345-A17D-6F635DCEA70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68ED7EA5-357C-4EB2-B8E8-287F7840633B}"/>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DFC33BAE-4589-4621-AA49-810DF4E2B75B}"/>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C08FEF0-8FAF-4204-AFC7-8597368D52C8}"/>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Implement only the approved SprintBoard shell in src/App.tsx, src/App.css and src/index.css. Use semantic header/nav/main/footer elements, TypeScript-safe JSX, no new packages, and responsive CSS. Show the diff summary and verification commands when finished.</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1.5</a:t>
            </a:r>
          </a:p>
        </p:txBody>
      </p:sp>
    </p:spTree>
    <p:extLst>
      <p:ext uri="{BB962C8B-B14F-4D97-AF65-F5344CB8AC3E}">
        <p14:creationId xmlns:p14="http://schemas.microsoft.com/office/powerpoint/2010/main" val="163890556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6E0E2072-78FE-480B-BC04-4BC698D0AF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3907D4A-19AD-4E6C-B882-9D4F8B9C1BE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9779E3BE-24E6-4F4C-9344-D163C986E4C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650F6BA7-A5BB-4C98-AE50-A3BE5C697F0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05175F4-66FE-458A-B98A-48C3B68017C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039</a:t>
            </a:r>
          </a:p>
        </p:txBody>
      </p:sp>
      <p:sp>
        <p:nvSpPr>
          <p:cNvPr id="6" name="">
            <a:extLst xmlns:a="http://schemas.openxmlformats.org/drawingml/2006/main">
              <a:ext uri="{FF2B5EF4-FFF2-40B4-BE49-F238E27FC236}">
                <a16:creationId xmlns:a16="http://schemas.microsoft.com/office/drawing/2014/main" id="{CF1764F4-B217-44DB-9567-E4A5EDB2D68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FB21CE03-AB79-41FE-82F2-CC0AD6DBAFE7}"/>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7F154918-577B-443E-931B-7200EF54969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ACADB912-0D9C-417D-AEA6-FCF68919E2C7}"/>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15C90F81-F221-445E-8B3D-3A7CCB6AE154}"/>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Nested interactive elements</a:t>
            </a:r>
          </a:p>
        </p:txBody>
      </p:sp>
      <p:sp>
        <p:nvSpPr>
          <p:cNvPr id="11" name="">
            <a:extLst xmlns:a="http://schemas.openxmlformats.org/drawingml/2006/main">
              <a:ext uri="{FF2B5EF4-FFF2-40B4-BE49-F238E27FC236}">
                <a16:creationId xmlns:a16="http://schemas.microsoft.com/office/drawing/2014/main" id="{8751F489-B938-4EB0-8715-47B034FCCDB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2EA406C-C6FD-4A00-A060-D577495E8253}"/>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DFA99464-8647-431C-B5FB-2EC2F5A87E0D}"/>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Decorative divs instead of semantic landmarks</a:t>
            </a:r>
          </a:p>
        </p:txBody>
      </p:sp>
      <p:sp>
        <p:nvSpPr>
          <p:cNvPr id="14" name="">
            <a:extLst xmlns:a="http://schemas.openxmlformats.org/drawingml/2006/main">
              <a:ext uri="{FF2B5EF4-FFF2-40B4-BE49-F238E27FC236}">
                <a16:creationId xmlns:a16="http://schemas.microsoft.com/office/drawing/2014/main" id="{A3A0099E-793D-4158-B02E-9E825AACC91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2987D0C1-A302-4350-93BB-2D7B0C19192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1FFD67EA-94DF-4901-B841-2B03F225A589}"/>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Global wildcard styles with side effects</a:t>
            </a:r>
          </a:p>
        </p:txBody>
      </p:sp>
      <p:sp>
        <p:nvSpPr>
          <p:cNvPr id="17" name="">
            <a:extLst xmlns:a="http://schemas.openxmlformats.org/drawingml/2006/main">
              <a:ext uri="{FF2B5EF4-FFF2-40B4-BE49-F238E27FC236}">
                <a16:creationId xmlns:a16="http://schemas.microsoft.com/office/drawing/2014/main" id="{723EC462-A23D-4C9E-9EC1-F19BBD6DF450}"/>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EB70DE66-350A-451B-8218-AD3C40CE75F3}"/>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2EDBD33E-D21B-42F7-8A8B-0DC9C99441A1}"/>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Unexplained generated SVG or dependency</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1.5</a:t>
            </a:r>
          </a:p>
        </p:txBody>
      </p:sp>
    </p:spTree>
    <p:extLst>
      <p:ext uri="{BB962C8B-B14F-4D97-AF65-F5344CB8AC3E}">
        <p14:creationId xmlns:p14="http://schemas.microsoft.com/office/powerpoint/2010/main" val="113950305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0B8F87"/>
          </a:solidFill>
          <a:ln>
            <a:solidFill>
              <a:srgbClr val="0B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8F7F4"/>
          </a:solidFill>
          <a:ln>
            <a:solidFill>
              <a:srgbClr val="E8F7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0B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7732CBE-DA92-4C8A-A73B-AF9EB41E9A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033A08C-828E-4A50-98F0-A7EABCEB9CB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84DD6CCA-C105-40F0-B35F-D1ADE5C1867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18DA420F-F4D9-476B-BD6A-378FC4366C1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D5AD25DF-4396-45A0-B748-35D5E32ECB0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040</a:t>
            </a:r>
          </a:p>
        </p:txBody>
      </p:sp>
      <p:sp>
        <p:nvSpPr>
          <p:cNvPr id="6" name="">
            <a:extLst xmlns:a="http://schemas.openxmlformats.org/drawingml/2006/main">
              <a:ext uri="{FF2B5EF4-FFF2-40B4-BE49-F238E27FC236}">
                <a16:creationId xmlns:a16="http://schemas.microsoft.com/office/drawing/2014/main" id="{2AC6F2CF-4E48-43D1-93C1-1EDA6759BFD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E4B7FA44-2800-4D9A-9E14-50E6DA669AE0}"/>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75850BC-EAAE-4F11-AB97-7806C5E8E54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40A3150B-031F-4ECB-8C29-18303C769D5B}"/>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FEFD7824-CCFF-417E-A9B3-FE7C9D6D6AFD}"/>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30AC5596-E7D7-4A7E-8147-07F58413D00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Landmarks are present</a:t>
            </a:r>
          </a:p>
        </p:txBody>
      </p:sp>
      <p:sp>
        <p:nvSpPr>
          <p:cNvPr id="12" name="">
            <a:extLst xmlns:a="http://schemas.openxmlformats.org/drawingml/2006/main">
              <a:ext uri="{FF2B5EF4-FFF2-40B4-BE49-F238E27FC236}">
                <a16:creationId xmlns:a16="http://schemas.microsoft.com/office/drawing/2014/main" id="{E1980354-08E9-48FF-9DA2-510CEC0FB4ED}"/>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console errors</a:t>
            </a:r>
          </a:p>
        </p:txBody>
      </p:sp>
      <p:sp>
        <p:nvSpPr>
          <p:cNvPr id="13" name="">
            <a:extLst xmlns:a="http://schemas.openxmlformats.org/drawingml/2006/main">
              <a:ext uri="{FF2B5EF4-FFF2-40B4-BE49-F238E27FC236}">
                <a16:creationId xmlns:a16="http://schemas.microsoft.com/office/drawing/2014/main" id="{40044FA2-C623-41A1-B810-5856522AFF7E}"/>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Lint and build pass</a:t>
            </a:r>
          </a:p>
        </p:txBody>
      </p:sp>
      <p:sp>
        <p:nvSpPr>
          <p:cNvPr id="14" name="">
            <a:extLst xmlns:a="http://schemas.openxmlformats.org/drawingml/2006/main">
              <a:ext uri="{FF2B5EF4-FFF2-40B4-BE49-F238E27FC236}">
                <a16:creationId xmlns:a16="http://schemas.microsoft.com/office/drawing/2014/main" id="{AFFF70AD-3CD6-4D73-B918-22E98306519F}"/>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375 px and 1280 px views remain usable</a:t>
            </a:r>
          </a:p>
        </p:txBody>
      </p:sp>
      <p:sp>
        <p:nvSpPr>
          <p:cNvPr id="15" name="">
            <a:extLst xmlns:a="http://schemas.openxmlformats.org/drawingml/2006/main">
              <a:ext uri="{FF2B5EF4-FFF2-40B4-BE49-F238E27FC236}">
                <a16:creationId xmlns:a16="http://schemas.microsoft.com/office/drawing/2014/main" id="{6928D092-883C-4517-8027-55F5D7B594E5}"/>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7594C681-4F3C-45BC-BED7-68E367AEA3FE}"/>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236C70C2-FE97-4943-A3BC-1FE2D4761E36}"/>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8F7F4"/>
          </a:solidFill>
          <a:ln xmlns:a="http://schemas.openxmlformats.org/drawingml/2006/main" w="14604">
            <a:solidFill>
              <a:srgbClr val="0B8F87"/>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CDA384CC-CA58-4A8F-8719-B4CB56C7847D}"/>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9A828AD9-4826-4437-B99A-AB095B509DF6}"/>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0B8F87"/>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8F7F4"/>
                </a:solidFill>
                <a:latin typeface="Arial"/>
              </a:rPr>
              <a:t>1.5</a:t>
            </a:r>
          </a:p>
        </p:txBody>
      </p:sp>
    </p:spTree>
    <p:extLst>
      <p:ext uri="{BB962C8B-B14F-4D97-AF65-F5344CB8AC3E}">
        <p14:creationId xmlns:p14="http://schemas.microsoft.com/office/powerpoint/2010/main" val="179244379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3" name="Oval 32"/>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Rectangle 9"/>
          <p:cNvSpPr/>
          <p:nvPr/>
        </p:nvSpPr>
        <p:spPr>
          <a:xfrm>
            <a:off x="7909560" y="0"/>
            <a:ext cx="4282135" cy="6858000"/>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201168"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2467EED8-F3BF-4410-8485-2E9BA6B5C2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B80BF8B-8471-4763-8F0F-B6CBC5EA57A4}"/>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AABF47E-811B-4923-AC2D-A8B990654AEE}"/>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156855BB-F819-4035-A245-2CA110C8A08D}"/>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Topic 2: Building React Components and UI with AI</a:t>
            </a:r>
          </a:p>
        </p:txBody>
      </p:sp>
      <p:sp>
        <p:nvSpPr>
          <p:cNvPr id="5" name="">
            <a:extLst xmlns:a="http://schemas.openxmlformats.org/drawingml/2006/main">
              <a:ext uri="{FF2B5EF4-FFF2-40B4-BE49-F238E27FC236}">
                <a16:creationId xmlns:a16="http://schemas.microsoft.com/office/drawing/2014/main" id="{8103B51A-31A6-40CD-A158-BE7E96565ED9}"/>
              </a:ext>
            </a:extLst>
          </p:cNvPr>
          <p:cNvSpPr>
            <a:spLocks xmlns:a="http://schemas.openxmlformats.org/drawingml/2006/main" noGrp="1"/>
          </p:cNvSpPr>
          <p:nvPr/>
        </p:nvSpPr>
        <p:spPr>
          <a:xfrm xmlns:a="http://schemas.openxmlformats.org/drawingml/2006/main">
            <a:off x="800100" y="323850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A6872"/>
                </a:solidFill>
              </a:defRPr>
            </a:pPr>
            <a:r>
              <a:rPr sz="1725" b="0">
                <a:solidFill>
                  <a:srgbClr val="5A6872"/>
                </a:solidFill>
              </a:rPr>
              <a:t>Generate function components and JSX, compose reusable interfaces, pass data with props, handle events, and refine responsive CSS.</a:t>
            </a:r>
          </a:p>
        </p:txBody>
      </p:sp>
      <p:sp>
        <p:nvSpPr>
          <p:cNvPr id="6" name="">
            <a:extLst xmlns:a="http://schemas.openxmlformats.org/drawingml/2006/main">
              <a:ext uri="{FF2B5EF4-FFF2-40B4-BE49-F238E27FC236}">
                <a16:creationId xmlns:a16="http://schemas.microsoft.com/office/drawing/2014/main" id="{5275F1D7-7CD2-4A4F-9BD9-AD9B4574BD95}"/>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AB395C7-1F8F-4A1F-9E57-BD100541754B}"/>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52A85307-B6D4-415D-8D24-CBF358D33481}"/>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2.1  •  Agentic AI Loop Engineering</a:t>
            </a:r>
          </a:p>
        </p:txBody>
      </p:sp>
      <p:sp xmlns:a="http://schemas.openxmlformats.org/drawingml/2006/main">
        <p:nvSpPr>
          <p:cNvPr id="11" name="Rounded Rectangle 10"/>
          <p:cNvSpPr/>
          <p:nvPr/>
        </p:nvSpPr>
        <p:spPr>
          <a:xfrm>
            <a:off x="8366760" y="5047488"/>
            <a:ext cx="1051560" cy="658368"/>
          </a:xfrm>
          <a:prstGeom prst="roundRect">
            <a:avLst/>
          </a:prstGeom>
          <a:solidFill>
            <a:srgbClr val="FFFF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ounded Rectangle 11"/>
          <p:cNvSpPr/>
          <p:nvPr/>
        </p:nvSpPr>
        <p:spPr>
          <a:xfrm>
            <a:off x="9857232" y="5047488"/>
            <a:ext cx="1051560" cy="658368"/>
          </a:xfrm>
          <a:prstGeom prst="roundRect">
            <a:avLst/>
          </a:prstGeom>
          <a:solidFill>
            <a:srgbClr val="FFFF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ounded Rectangle 12"/>
          <p:cNvSpPr/>
          <p:nvPr/>
        </p:nvSpPr>
        <p:spPr>
          <a:xfrm>
            <a:off x="11018520" y="5047488"/>
            <a:ext cx="1051560" cy="658368"/>
          </a:xfrm>
          <a:prstGeom prst="roundRect">
            <a:avLst/>
          </a:prstGeom>
          <a:solidFill>
            <a:srgbClr val="FFFF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9418320" y="5340096"/>
            <a:ext cx="438912" cy="7315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0908792" y="5340096"/>
            <a:ext cx="109728" cy="7315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8522208" y="5212080"/>
            <a:ext cx="749808" cy="219456"/>
          </a:xfrm>
          <a:prstGeom prst="rect">
            <a:avLst/>
          </a:prstGeom>
          <a:noFill/>
        </p:spPr>
        <p:txBody>
          <a:bodyPr wrap="none" lIns="0" rIns="0" tIns="0" bIns="0" anchor="ctr">
            <a:spAutoFit/>
          </a:bodyPr>
          <a:lstStyle/>
          <a:p>
            <a:pPr algn="ctr"/>
            <a:r>
              <a:rPr sz="900" b="1">
                <a:solidFill>
                  <a:srgbClr val="7C3AED"/>
                </a:solidFill>
                <a:latin typeface="Arial"/>
              </a:rPr>
              <a:t>&lt;/&gt;  CODE</a:t>
            </a:r>
          </a:p>
        </p:txBody>
      </p:sp>
      <p:sp xmlns:a="http://schemas.openxmlformats.org/drawingml/2006/main">
        <p:nvSpPr>
          <p:cNvPr id="17" name="TextBox 16"/>
          <p:cNvSpPr txBox="1"/>
          <p:nvPr/>
        </p:nvSpPr>
        <p:spPr>
          <a:xfrm>
            <a:off x="10003536" y="5212080"/>
            <a:ext cx="749808" cy="219456"/>
          </a:xfrm>
          <a:prstGeom prst="rect">
            <a:avLst/>
          </a:prstGeom>
          <a:noFill/>
        </p:spPr>
        <p:txBody>
          <a:bodyPr wrap="none" lIns="0" rIns="0" tIns="0" bIns="0" anchor="ctr">
            <a:spAutoFit/>
          </a:bodyPr>
          <a:lstStyle/>
          <a:p>
            <a:pPr algn="ctr"/>
            <a:r>
              <a:rPr sz="900" b="1">
                <a:solidFill>
                  <a:srgbClr val="7C3AED"/>
                </a:solidFill>
                <a:latin typeface="Arial"/>
              </a:rPr>
              <a:t>AI  PLAN</a:t>
            </a:r>
          </a:p>
        </p:txBody>
      </p:sp>
      <p:sp xmlns:a="http://schemas.openxmlformats.org/drawingml/2006/main">
        <p:nvSpPr>
          <p:cNvPr id="18" name="TextBox 17"/>
          <p:cNvSpPr txBox="1"/>
          <p:nvPr/>
        </p:nvSpPr>
        <p:spPr>
          <a:xfrm>
            <a:off x="11173968" y="5212080"/>
            <a:ext cx="640080" cy="219456"/>
          </a:xfrm>
          <a:prstGeom prst="rect">
            <a:avLst/>
          </a:prstGeom>
          <a:noFill/>
        </p:spPr>
        <p:txBody>
          <a:bodyPr wrap="none" lIns="0" rIns="0" tIns="0" bIns="0" anchor="ctr">
            <a:spAutoFit/>
          </a:bodyPr>
          <a:lstStyle/>
          <a:p>
            <a:pPr algn="ctr"/>
            <a:r>
              <a:rPr sz="900" b="1">
                <a:solidFill>
                  <a:srgbClr val="7C3AED"/>
                </a:solidFill>
                <a:latin typeface="Arial"/>
              </a:rPr>
              <a:t>SHIP</a:t>
            </a:r>
          </a:p>
        </p:txBody>
      </p:sp>
    </p:spTree>
    <p:extLst>
      <p:ext uri="{BB962C8B-B14F-4D97-AF65-F5344CB8AC3E}">
        <p14:creationId xmlns:p14="http://schemas.microsoft.com/office/powerpoint/2010/main" val="14652294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Oval 40"/>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B5F39BF1-A8A3-4AF0-AFEB-FD32A61B65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5BF97B7-A672-4445-95BD-776D5DE5754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492290AF-1332-4D97-B8B0-275FF9169EA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2</a:t>
            </a:r>
          </a:p>
        </p:txBody>
      </p:sp>
      <p:sp>
        <p:nvSpPr>
          <p:cNvPr id="4" name="">
            <a:extLst xmlns:a="http://schemas.openxmlformats.org/drawingml/2006/main">
              <a:ext uri="{FF2B5EF4-FFF2-40B4-BE49-F238E27FC236}">
                <a16:creationId xmlns:a16="http://schemas.microsoft.com/office/drawing/2014/main" id="{D81CFBCA-DF93-4E9F-9038-16662ECDBCF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FF19ABD1-78DA-4AA5-89B3-79354CFC7EF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042</a:t>
            </a:r>
          </a:p>
        </p:txBody>
      </p:sp>
      <p:sp>
        <p:nvSpPr>
          <p:cNvPr id="6" name="">
            <a:extLst xmlns:a="http://schemas.openxmlformats.org/drawingml/2006/main">
              <a:ext uri="{FF2B5EF4-FFF2-40B4-BE49-F238E27FC236}">
                <a16:creationId xmlns:a16="http://schemas.microsoft.com/office/drawing/2014/main" id="{84297952-CFCC-4420-BF0B-0BFCEC1900F0}"/>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Published topic outcomes</a:t>
            </a:r>
          </a:p>
        </p:txBody>
      </p:sp>
      <p:sp>
        <p:nvSpPr>
          <p:cNvPr id="7" name="">
            <a:extLst xmlns:a="http://schemas.openxmlformats.org/drawingml/2006/main">
              <a:ext uri="{FF2B5EF4-FFF2-40B4-BE49-F238E27FC236}">
                <a16:creationId xmlns:a16="http://schemas.microsoft.com/office/drawing/2014/main" id="{C297EC7C-745C-4E10-9472-A649A3BDDEAD}"/>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Five connected labs; every lab ends in a recoverable checkpoint.</a:t>
            </a:r>
          </a:p>
        </p:txBody>
      </p:sp>
      <p:sp>
        <p:nvSpPr>
          <p:cNvPr id="8" name="">
            <a:extLst xmlns:a="http://schemas.openxmlformats.org/drawingml/2006/main">
              <a:ext uri="{FF2B5EF4-FFF2-40B4-BE49-F238E27FC236}">
                <a16:creationId xmlns:a16="http://schemas.microsoft.com/office/drawing/2014/main" id="{B9BA828B-6D95-4560-927F-0BE8ED44AC60}"/>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9C2B970-5126-4000-BBF2-BA38B21AB71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05B6EDF4-300F-4D34-850C-F1D1D9096D40}"/>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2.1 — Model Tasks and Render Lists with Stable Keys</a:t>
            </a:r>
          </a:p>
        </p:txBody>
      </p:sp>
      <p:sp>
        <p:nvSpPr>
          <p:cNvPr id="11" name="">
            <a:extLst xmlns:a="http://schemas.openxmlformats.org/drawingml/2006/main">
              <a:ext uri="{FF2B5EF4-FFF2-40B4-BE49-F238E27FC236}">
                <a16:creationId xmlns:a16="http://schemas.microsoft.com/office/drawing/2014/main" id="{4026DC0D-121A-4E51-B9BD-DDD6F208730E}"/>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05000CF-1CBE-4A99-ADBA-41D8FF95C79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92E3F7E8-C27B-483F-A8E3-5982A3845A0F}"/>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2.2 — Extract Components and Design Prop Contracts</a:t>
            </a:r>
          </a:p>
        </p:txBody>
      </p:sp>
      <p:sp>
        <p:nvSpPr>
          <p:cNvPr id="14" name="">
            <a:extLst xmlns:a="http://schemas.openxmlformats.org/drawingml/2006/main">
              <a:ext uri="{FF2B5EF4-FFF2-40B4-BE49-F238E27FC236}">
                <a16:creationId xmlns:a16="http://schemas.microsoft.com/office/drawing/2014/main" id="{87ADC5A0-3C47-4B84-ADA0-1F30470E1F6D}"/>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30A0D7C0-3172-4FA7-A66F-B7E4A90CF22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D01D9A6-C3E1-46A4-A156-3493A0304716}"/>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2.3 — Compose Reusable Layouts with children</a:t>
            </a:r>
          </a:p>
        </p:txBody>
      </p:sp>
      <p:sp>
        <p:nvSpPr>
          <p:cNvPr id="17" name="">
            <a:extLst xmlns:a="http://schemas.openxmlformats.org/drawingml/2006/main">
              <a:ext uri="{FF2B5EF4-FFF2-40B4-BE49-F238E27FC236}">
                <a16:creationId xmlns:a16="http://schemas.microsoft.com/office/drawing/2014/main" id="{8E8D914B-B181-49CA-8A77-9B0BF913B739}"/>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F14ACAB1-7CFC-4B99-B161-43010C848546}"/>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3B82562A-BB6C-4317-B758-42D0B0E24BE7}"/>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2.4 — Handle Events and Controlled Forms</a:t>
            </a:r>
          </a:p>
        </p:txBody>
      </p:sp>
      <p:sp>
        <p:nvSpPr>
          <p:cNvPr id="20" name="">
            <a:extLst xmlns:a="http://schemas.openxmlformats.org/drawingml/2006/main">
              <a:ext uri="{FF2B5EF4-FFF2-40B4-BE49-F238E27FC236}">
                <a16:creationId xmlns:a16="http://schemas.microsoft.com/office/drawing/2014/main" id="{FB35E11F-49B4-4732-84F2-4E1E3E1D24F6}"/>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AA0D4071-A8A7-4CDD-86FB-15C38219DE68}"/>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2" name="">
            <a:extLst xmlns:a="http://schemas.openxmlformats.org/drawingml/2006/main">
              <a:ext uri="{FF2B5EF4-FFF2-40B4-BE49-F238E27FC236}">
                <a16:creationId xmlns:a16="http://schemas.microsoft.com/office/drawing/2014/main" id="{278462E8-0554-4A23-99B5-727473348B6E}"/>
              </a:ext>
            </a:extLst>
          </p:cNvPr>
          <p:cNvSpPr>
            <a:spLocks xmlns:a="http://schemas.openxmlformats.org/drawingml/2006/main" noGrp="1"/>
          </p:cNvSpPr>
          <p:nvPr/>
        </p:nvSpPr>
        <p:spPr>
          <a:xfrm xmlns:a="http://schemas.openxmlformats.org/drawingml/2006/main">
            <a:off x="1352550" y="49339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2.5 — Generate Responsive and Accessible CSS</a:t>
            </a:r>
          </a:p>
        </p:txBody>
      </p:sp>
      <p:sp xmlns:a="http://schemas.openxmlformats.org/drawingml/2006/main">
        <p:nvSpPr>
          <p:cNvPr id="42" name="TextBox 41"/>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7C3AED"/>
                </a:solidFill>
                <a:latin typeface="Arial"/>
              </a:rPr>
              <a:t>042</a:t>
            </a:r>
          </a:p>
        </p:txBody>
      </p:sp>
    </p:spTree>
    <p:extLst>
      <p:ext uri="{BB962C8B-B14F-4D97-AF65-F5344CB8AC3E}">
        <p14:creationId xmlns:p14="http://schemas.microsoft.com/office/powerpoint/2010/main" val="170714062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0" name="Oval 39"/>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2F9C64A-C288-4FB0-884D-999D49C59A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A3FEA91-7464-441B-A0F7-B8D3EF5A548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D74E242-89CE-45EF-BBBE-C6DCFB8F312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2</a:t>
            </a:r>
          </a:p>
        </p:txBody>
      </p:sp>
      <p:sp>
        <p:nvSpPr>
          <p:cNvPr id="4" name="">
            <a:extLst xmlns:a="http://schemas.openxmlformats.org/drawingml/2006/main">
              <a:ext uri="{FF2B5EF4-FFF2-40B4-BE49-F238E27FC236}">
                <a16:creationId xmlns:a16="http://schemas.microsoft.com/office/drawing/2014/main" id="{F8E57523-42BF-4C29-BA8F-81C663A17BA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3AD4614-B7C3-4611-BBC2-CA346971884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043</a:t>
            </a:r>
          </a:p>
        </p:txBody>
      </p:sp>
      <p:sp>
        <p:nvSpPr>
          <p:cNvPr id="6" name="">
            <a:extLst xmlns:a="http://schemas.openxmlformats.org/drawingml/2006/main">
              <a:ext uri="{FF2B5EF4-FFF2-40B4-BE49-F238E27FC236}">
                <a16:creationId xmlns:a16="http://schemas.microsoft.com/office/drawing/2014/main" id="{A14B20AB-4940-4F0A-87CA-3E70CB94B1D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Topic learning journey</a:t>
            </a:r>
          </a:p>
        </p:txBody>
      </p:sp>
      <p:sp>
        <p:nvSpPr>
          <p:cNvPr id="7" name="">
            <a:extLst xmlns:a="http://schemas.openxmlformats.org/drawingml/2006/main">
              <a:ext uri="{FF2B5EF4-FFF2-40B4-BE49-F238E27FC236}">
                <a16:creationId xmlns:a16="http://schemas.microsoft.com/office/drawing/2014/main" id="{EEB645E8-4108-4B32-AB43-581A502E6B36}"/>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3CFE495-EFA9-4581-ADA0-CBB9B5BE47FF}"/>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F96C1DFD-2EAA-4253-B57A-6C72222A218C}"/>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2.1 Create typed synthetic task data and render it predictably with map and stable identifiers.</a:t>
            </a:r>
          </a:p>
        </p:txBody>
      </p:sp>
      <p:sp>
        <p:nvSpPr>
          <p:cNvPr id="10" name="">
            <a:extLst xmlns:a="http://schemas.openxmlformats.org/drawingml/2006/main">
              <a:ext uri="{FF2B5EF4-FFF2-40B4-BE49-F238E27FC236}">
                <a16:creationId xmlns:a16="http://schemas.microsoft.com/office/drawing/2014/main" id="{390B285A-750C-4661-8C6D-CF3457EDBD91}"/>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00A75C6E-C932-4AA9-BB06-9D52B23E296B}"/>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E26CD00F-4E38-4FDE-A6BD-47EF33C0A8C1}"/>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2.2 Split the board into focused typed components and pass data explicitly through props.</a:t>
            </a:r>
          </a:p>
        </p:txBody>
      </p:sp>
      <p:sp>
        <p:nvSpPr>
          <p:cNvPr id="13" name="">
            <a:extLst xmlns:a="http://schemas.openxmlformats.org/drawingml/2006/main">
              <a:ext uri="{FF2B5EF4-FFF2-40B4-BE49-F238E27FC236}">
                <a16:creationId xmlns:a16="http://schemas.microsoft.com/office/drawing/2014/main" id="{2FEA8190-52A7-4A44-8FC8-EDF89D252E8D}"/>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372F37DB-1200-40F3-8181-384ADCDCB48C}"/>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F4A44129-D6D7-46EE-BDDB-8DFB21AC0C17}"/>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2.3 Use composition and children to build reusable sections without boolean-prop complexity.</a:t>
            </a:r>
          </a:p>
        </p:txBody>
      </p:sp>
      <p:sp>
        <p:nvSpPr>
          <p:cNvPr id="16" name="">
            <a:extLst xmlns:a="http://schemas.openxmlformats.org/drawingml/2006/main">
              <a:ext uri="{FF2B5EF4-FFF2-40B4-BE49-F238E27FC236}">
                <a16:creationId xmlns:a16="http://schemas.microsoft.com/office/drawing/2014/main" id="{4C54F1B2-FD11-4790-A21A-4C53B27A7BDB}"/>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1EBFB03-2D97-45CF-8B14-D3EDB562C81F}"/>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504915D5-FAB2-4D9C-8047-3198BFC17413}"/>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2.4 Add a controlled task form with validation and explicit submit behavior.</a:t>
            </a:r>
          </a:p>
        </p:txBody>
      </p:sp>
      <p:sp>
        <p:nvSpPr>
          <p:cNvPr id="19" name="">
            <a:extLst xmlns:a="http://schemas.openxmlformats.org/drawingml/2006/main">
              <a:ext uri="{FF2B5EF4-FFF2-40B4-BE49-F238E27FC236}">
                <a16:creationId xmlns:a16="http://schemas.microsoft.com/office/drawing/2014/main" id="{40FA1C0E-59D9-4345-B06B-0D777A755A4C}"/>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E7C3E813-8CFE-4594-B41F-71880FC78EEF}"/>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58595E46-B4B7-40BC-A806-1B0470CEEB55}"/>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2.5 Create a robust visual system with tokens, responsive layout, focus visibility and reduced-motion support.</a:t>
            </a:r>
          </a:p>
        </p:txBody>
      </p:sp>
      <p:sp xmlns:a="http://schemas.openxmlformats.org/drawingml/2006/main">
        <p:nvSpPr>
          <p:cNvPr id="41" name="TextBox 40"/>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7C3AED"/>
                </a:solidFill>
                <a:latin typeface="Arial"/>
              </a:rPr>
              <a:t>043</a:t>
            </a:r>
          </a:p>
        </p:txBody>
      </p:sp>
    </p:spTree>
    <p:extLst>
      <p:ext uri="{BB962C8B-B14F-4D97-AF65-F5344CB8AC3E}">
        <p14:creationId xmlns:p14="http://schemas.microsoft.com/office/powerpoint/2010/main" val="145488114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3F7988FB-3C15-408A-81B9-3BE4C9108B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A6B4C66-9B10-4B36-B80B-25E9F49E85B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7E67C1A-82CC-4EC7-9BD6-1CF846613A3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86610F34-4785-4C7A-808B-33541AA2D79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8156D827-DF4E-460D-887D-3C40AF18AA9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044</a:t>
            </a:r>
          </a:p>
        </p:txBody>
      </p:sp>
      <p:sp>
        <p:nvSpPr>
          <p:cNvPr id="6" name="">
            <a:extLst xmlns:a="http://schemas.openxmlformats.org/drawingml/2006/main">
              <a:ext uri="{FF2B5EF4-FFF2-40B4-BE49-F238E27FC236}">
                <a16:creationId xmlns:a16="http://schemas.microsoft.com/office/drawing/2014/main" id="{C7A19390-5E29-4C8E-A19F-765CCD847AB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Model Tasks and Render Lists with Stable Keys</a:t>
            </a:r>
          </a:p>
        </p:txBody>
      </p:sp>
      <p:sp>
        <p:nvSpPr>
          <p:cNvPr id="7" name="">
            <a:extLst xmlns:a="http://schemas.openxmlformats.org/drawingml/2006/main">
              <a:ext uri="{FF2B5EF4-FFF2-40B4-BE49-F238E27FC236}">
                <a16:creationId xmlns:a16="http://schemas.microsoft.com/office/drawing/2014/main" id="{63D0177A-B0AC-4A2D-8578-D9EBFA7EA06F}"/>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26EA42C7-43A0-443D-B902-81343585C20D}"/>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7A8FDE30-FB4F-4C3F-8665-49734FA7ED13}"/>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F98EAEB6-01AF-4033-B00B-DFB328839732}"/>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typed synthetic task data and render it predictably with map and stable identifiers.</a:t>
            </a:r>
          </a:p>
        </p:txBody>
      </p:sp>
      <p:sp>
        <p:nvSpPr>
          <p:cNvPr id="11" name="">
            <a:extLst xmlns:a="http://schemas.openxmlformats.org/drawingml/2006/main">
              <a:ext uri="{FF2B5EF4-FFF2-40B4-BE49-F238E27FC236}">
                <a16:creationId xmlns:a16="http://schemas.microsoft.com/office/drawing/2014/main" id="{BC363C9A-6D8A-473F-A670-0A501B27E333}"/>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D2170D6-5659-4513-A2A4-51AD1CD5E3AD}"/>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51B080A5-404B-4128-81FF-3F62A4902F77}"/>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src/types.ts, src/data/tasks.ts, src/components/TaskList.tsx</a:t>
            </a:r>
          </a:p>
        </p:txBody>
      </p:sp>
      <p:sp>
        <p:nvSpPr>
          <p:cNvPr id="14" name="">
            <a:extLst xmlns:a="http://schemas.openxmlformats.org/drawingml/2006/main">
              <a:ext uri="{FF2B5EF4-FFF2-40B4-BE49-F238E27FC236}">
                <a16:creationId xmlns:a16="http://schemas.microsoft.com/office/drawing/2014/main" id="{176465DF-4D97-44E0-9C6F-5F55AFBB40FA}"/>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E52D1C0D-FEFE-4C68-B073-D5C22B734882}"/>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1B79D12C-37EF-4743-9460-5D50B3F8F5AB}"/>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2.1</a:t>
            </a:r>
          </a:p>
        </p:txBody>
      </p:sp>
    </p:spTree>
    <p:extLst>
      <p:ext uri="{BB962C8B-B14F-4D97-AF65-F5344CB8AC3E}">
        <p14:creationId xmlns:p14="http://schemas.microsoft.com/office/powerpoint/2010/main" val="76535378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F812CA98-F0B4-4085-99B0-824EECC6B1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1301A46-F296-410E-BDAE-3C706410F6D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ADA8BF5-072E-442D-B2B1-3CFF4472AF1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B7992825-2D06-41D4-B9C0-1116B4EE85A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D9E41F0D-0EC2-42CE-9413-3DDEFB87907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045</a:t>
            </a:r>
          </a:p>
        </p:txBody>
      </p:sp>
      <p:sp>
        <p:nvSpPr>
          <p:cNvPr id="6" name="">
            <a:extLst xmlns:a="http://schemas.openxmlformats.org/drawingml/2006/main">
              <a:ext uri="{FF2B5EF4-FFF2-40B4-BE49-F238E27FC236}">
                <a16:creationId xmlns:a16="http://schemas.microsoft.com/office/drawing/2014/main" id="{D4DE1B9F-36A5-4DD0-954C-7BC4C8D57A6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4499377D-641A-4F31-98A8-182AA4BCF84B}"/>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55BFD48-83AA-4801-82A5-4ED619048EF1}"/>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EFA045CE-E34A-4411-8262-E47941616FE6}"/>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AF0786BF-CF85-4E99-BDEB-C22688CEFB83}"/>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8C879264-6AEF-46CF-BDB0-71495295A2E9}"/>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TypeScript interface</a:t>
            </a:r>
          </a:p>
        </p:txBody>
      </p:sp>
      <p:sp>
        <p:nvSpPr>
          <p:cNvPr id="12" name="">
            <a:extLst xmlns:a="http://schemas.openxmlformats.org/drawingml/2006/main">
              <a:ext uri="{FF2B5EF4-FFF2-40B4-BE49-F238E27FC236}">
                <a16:creationId xmlns:a16="http://schemas.microsoft.com/office/drawing/2014/main" id="{F9FAF52C-FF25-4E33-9E23-7CF48A652304}"/>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map</a:t>
            </a:r>
          </a:p>
        </p:txBody>
      </p:sp>
      <p:sp>
        <p:nvSpPr>
          <p:cNvPr id="13" name="">
            <a:extLst xmlns:a="http://schemas.openxmlformats.org/drawingml/2006/main">
              <a:ext uri="{FF2B5EF4-FFF2-40B4-BE49-F238E27FC236}">
                <a16:creationId xmlns:a16="http://schemas.microsoft.com/office/drawing/2014/main" id="{4CE2ADAF-CC05-46DA-8069-9421B09A20BB}"/>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stable key</a:t>
            </a:r>
          </a:p>
        </p:txBody>
      </p:sp>
      <p:sp>
        <p:nvSpPr>
          <p:cNvPr id="14" name="">
            <a:extLst xmlns:a="http://schemas.openxmlformats.org/drawingml/2006/main">
              <a:ext uri="{FF2B5EF4-FFF2-40B4-BE49-F238E27FC236}">
                <a16:creationId xmlns:a16="http://schemas.microsoft.com/office/drawing/2014/main" id="{33F14E01-D2BC-4CB5-BDA0-45B122F4282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derived view</a:t>
            </a:r>
          </a:p>
        </p:txBody>
      </p:sp>
      <p:sp>
        <p:nvSpPr>
          <p:cNvPr id="15" name="">
            <a:extLst xmlns:a="http://schemas.openxmlformats.org/drawingml/2006/main">
              <a:ext uri="{FF2B5EF4-FFF2-40B4-BE49-F238E27FC236}">
                <a16:creationId xmlns:a16="http://schemas.microsoft.com/office/drawing/2014/main" id="{BE831EF4-770F-4416-BB44-D9CE454B4692}"/>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Eight tasks render</a:t>
            </a:r>
          </a:p>
        </p:txBody>
      </p:sp>
      <p:sp>
        <p:nvSpPr>
          <p:cNvPr id="16" name="">
            <a:extLst xmlns:a="http://schemas.openxmlformats.org/drawingml/2006/main">
              <a:ext uri="{FF2B5EF4-FFF2-40B4-BE49-F238E27FC236}">
                <a16:creationId xmlns:a16="http://schemas.microsoft.com/office/drawing/2014/main" id="{DC69D38F-92B4-4BED-BC1E-D8BA8D699355}"/>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Empty state appears</a:t>
            </a:r>
          </a:p>
        </p:txBody>
      </p:sp>
      <p:sp>
        <p:nvSpPr>
          <p:cNvPr id="17" name="">
            <a:extLst xmlns:a="http://schemas.openxmlformats.org/drawingml/2006/main">
              <a:ext uri="{FF2B5EF4-FFF2-40B4-BE49-F238E27FC236}">
                <a16:creationId xmlns:a16="http://schemas.microsoft.com/office/drawing/2014/main" id="{DF92F01A-67BC-46A4-A29F-E509D1BBF8BB}"/>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Reorder preserves identity</a:t>
            </a:r>
          </a:p>
        </p:txBody>
      </p:sp>
      <p:sp>
        <p:nvSpPr>
          <p:cNvPr id="18" name="">
            <a:extLst xmlns:a="http://schemas.openxmlformats.org/drawingml/2006/main">
              <a:ext uri="{FF2B5EF4-FFF2-40B4-BE49-F238E27FC236}">
                <a16:creationId xmlns:a16="http://schemas.microsoft.com/office/drawing/2014/main" id="{A0F8B398-C4A5-4569-BA4F-9EEAA7A9D770}"/>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Type-check passes</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2.1</a:t>
            </a:r>
          </a:p>
        </p:txBody>
      </p:sp>
    </p:spTree>
    <p:extLst>
      <p:ext uri="{BB962C8B-B14F-4D97-AF65-F5344CB8AC3E}">
        <p14:creationId xmlns:p14="http://schemas.microsoft.com/office/powerpoint/2010/main" val="161294494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5C4B155D-97BB-4F0A-A6AA-5AC24F589F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CD3FA51-3054-4BA1-95CF-8D27C21C229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FCC8C5A9-2880-41C6-B566-137DE8CB62C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8F2A7968-59F5-4F8D-80E9-2E1C168356B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64ADED7-442A-49F0-8DE9-4A195399449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046</a:t>
            </a:r>
          </a:p>
        </p:txBody>
      </p:sp>
      <p:sp>
        <p:nvSpPr>
          <p:cNvPr id="6" name="">
            <a:extLst xmlns:a="http://schemas.openxmlformats.org/drawingml/2006/main">
              <a:ext uri="{FF2B5EF4-FFF2-40B4-BE49-F238E27FC236}">
                <a16:creationId xmlns:a16="http://schemas.microsoft.com/office/drawing/2014/main" id="{FB923918-EE69-4CF8-8965-3B1D44B7C8E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147DFAD0-80B8-46A7-B803-3C874C11D85C}"/>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FB1FDE8-90EE-4B8E-A906-3C7EE9DFD859}"/>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5F04781E-5EB5-4B3B-8008-814858365941}"/>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Task with id, title, owner, status, points and priority; restrict status to a union</a:t>
            </a:r>
          </a:p>
        </p:txBody>
      </p:sp>
      <p:sp>
        <p:nvSpPr>
          <p:cNvPr id="10" name="">
            <a:extLst xmlns:a="http://schemas.openxmlformats.org/drawingml/2006/main">
              <a:ext uri="{FF2B5EF4-FFF2-40B4-BE49-F238E27FC236}">
                <a16:creationId xmlns:a16="http://schemas.microsoft.com/office/drawing/2014/main" id="{6EAFBE75-1892-4211-9C6F-1FB1828B3887}"/>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4D5C9065-7B7C-4835-BA24-42EC6449877D}"/>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5C0DB9A0-E60F-4BBC-95BE-380296760C17}"/>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eight synthetic tasks with unique stable string IDs and no personal data</a:t>
            </a:r>
          </a:p>
        </p:txBody>
      </p:sp>
      <p:sp>
        <p:nvSpPr>
          <p:cNvPr id="13" name="">
            <a:extLst xmlns:a="http://schemas.openxmlformats.org/drawingml/2006/main">
              <a:ext uri="{FF2B5EF4-FFF2-40B4-BE49-F238E27FC236}">
                <a16:creationId xmlns:a16="http://schemas.microsoft.com/office/drawing/2014/main" id="{56F4D021-CE1F-497A-B0FD-D4C61155A0D8}"/>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47F1727D-A064-4905-BAE1-3A58AA102D51}"/>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891D6296-8A9A-466E-AD10-7FF17D119E6E}"/>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Plan a TaskList that receives tasks through props and maps each item to visible output</a:t>
            </a:r>
          </a:p>
        </p:txBody>
      </p:sp>
      <p:sp>
        <p:nvSpPr>
          <p:cNvPr id="16" name="">
            <a:extLst xmlns:a="http://schemas.openxmlformats.org/drawingml/2006/main">
              <a:ext uri="{FF2B5EF4-FFF2-40B4-BE49-F238E27FC236}">
                <a16:creationId xmlns:a16="http://schemas.microsoft.com/office/drawing/2014/main" id="{399B33DC-AD6F-44A1-AA98-EDBF38CAB0A0}"/>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33699EE-A5D9-4565-8603-C1B5DDE7EF06}"/>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419EBEE4-706B-43F4-B47E-F69521E28FB2}"/>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Generate the component, then inspect for key={index}, inline mutation and missing empty …</a:t>
            </a:r>
          </a:p>
        </p:txBody>
      </p:sp>
      <p:sp>
        <p:nvSpPr>
          <p:cNvPr id="19" name="">
            <a:extLst xmlns:a="http://schemas.openxmlformats.org/drawingml/2006/main">
              <a:ext uri="{FF2B5EF4-FFF2-40B4-BE49-F238E27FC236}">
                <a16:creationId xmlns:a16="http://schemas.microsoft.com/office/drawing/2014/main" id="{D90F3E68-93EB-446A-9E83-1BC53CC081CA}"/>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C0333CFE-E2B0-4345-A8B2-4C9843D414A6}"/>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4ABBBC80-5667-477D-A831-AE0C80872068}"/>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Reorder the array and verify task identity remains correct; temporarily pass an empty array</a:t>
            </a:r>
          </a:p>
        </p:txBody>
      </p:sp>
      <p:sp>
        <p:nvSpPr>
          <p:cNvPr id="22" name="">
            <a:extLst xmlns:a="http://schemas.openxmlformats.org/drawingml/2006/main">
              <a:ext uri="{FF2B5EF4-FFF2-40B4-BE49-F238E27FC236}">
                <a16:creationId xmlns:a16="http://schemas.microsoft.com/office/drawing/2014/main" id="{768095EA-0816-48D2-A2C8-7E71E6896608}"/>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8D53BAA9-902C-48B8-8383-875D1A72B32D}"/>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4F31C277-7F47-42BF-BF4C-09D2B4852B64}"/>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type-check, lint and build; record why a database-style ID is safer than the array index</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2.1</a:t>
            </a:r>
          </a:p>
        </p:txBody>
      </p:sp>
    </p:spTree>
    <p:extLst>
      <p:ext uri="{BB962C8B-B14F-4D97-AF65-F5344CB8AC3E}">
        <p14:creationId xmlns:p14="http://schemas.microsoft.com/office/powerpoint/2010/main" val="179625838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F3B2F23E-FDFC-41CA-A369-F895D42E50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F890168-63BF-468E-A9B4-E05B1F43061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271C235-3909-484C-B25C-78ACC13F005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B7C6EA92-D339-4539-A1FC-00071533CFB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540F8B92-7742-4B6A-AAF9-5E273DB03A9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047</a:t>
            </a:r>
          </a:p>
        </p:txBody>
      </p:sp>
      <p:sp>
        <p:nvSpPr>
          <p:cNvPr id="6" name="">
            <a:extLst xmlns:a="http://schemas.openxmlformats.org/drawingml/2006/main">
              <a:ext uri="{FF2B5EF4-FFF2-40B4-BE49-F238E27FC236}">
                <a16:creationId xmlns:a16="http://schemas.microsoft.com/office/drawing/2014/main" id="{75F90F59-92BC-4EC6-BCF6-EFA9C163F9D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3D86CFE3-49DE-45C8-96C5-EE704EE526C2}"/>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CA60588A-AFE8-476D-93B8-B54D2F1FD57C}"/>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0415AE50-5172-4F82-B943-C77BF6893845}"/>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Create typed synthetic task data and a TaskList component. Use a Task interface, a status union, stable task.id keys, and a meaningful empty state. Do not add state or packages. Explain the key choice after showing the files changed.</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2.1</a:t>
            </a:r>
          </a:p>
        </p:txBody>
      </p:sp>
    </p:spTree>
    <p:extLst>
      <p:ext uri="{BB962C8B-B14F-4D97-AF65-F5344CB8AC3E}">
        <p14:creationId xmlns:p14="http://schemas.microsoft.com/office/powerpoint/2010/main" val="164305122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85E2401B-D4D5-4A02-B66E-C06FB601EF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C34ED7A-01D1-478E-841A-74462E2BA98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FFCDC41-257A-4F24-81FF-D10A89C85BB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38DE3640-6E31-4B00-91DF-E162FFD317D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ED979B6A-F1C7-4307-A2B7-28D55C1D740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048</a:t>
            </a:r>
          </a:p>
        </p:txBody>
      </p:sp>
      <p:sp>
        <p:nvSpPr>
          <p:cNvPr id="6" name="">
            <a:extLst xmlns:a="http://schemas.openxmlformats.org/drawingml/2006/main">
              <a:ext uri="{FF2B5EF4-FFF2-40B4-BE49-F238E27FC236}">
                <a16:creationId xmlns:a16="http://schemas.microsoft.com/office/drawing/2014/main" id="{A073B507-4C25-419A-B974-C3FDDA4C061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5B24ABC6-2259-4B59-91B7-B748A00F9E40}"/>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9D9C23DA-0AFB-4973-B512-4D13E23ED1F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E7E33519-465A-4662-A3FE-17DE9DC7DBF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7424AFD8-0D57-4BBD-9D55-D3858542D728}"/>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key={index}</a:t>
            </a:r>
          </a:p>
        </p:txBody>
      </p:sp>
      <p:sp>
        <p:nvSpPr>
          <p:cNvPr id="11" name="">
            <a:extLst xmlns:a="http://schemas.openxmlformats.org/drawingml/2006/main">
              <a:ext uri="{FF2B5EF4-FFF2-40B4-BE49-F238E27FC236}">
                <a16:creationId xmlns:a16="http://schemas.microsoft.com/office/drawing/2014/main" id="{985D507E-E4BA-448D-99A8-5C33C8CB5C3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3657116-4A63-4D32-B504-F78810911B2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96BE2D8E-8715-4756-A6A0-983E82AC9D5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Duplicate IDs</a:t>
            </a:r>
          </a:p>
        </p:txBody>
      </p:sp>
      <p:sp>
        <p:nvSpPr>
          <p:cNvPr id="14" name="">
            <a:extLst xmlns:a="http://schemas.openxmlformats.org/drawingml/2006/main">
              <a:ext uri="{FF2B5EF4-FFF2-40B4-BE49-F238E27FC236}">
                <a16:creationId xmlns:a16="http://schemas.microsoft.com/office/drawing/2014/main" id="{713758C9-7092-4116-8C85-4C543707C62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1ACE4551-CF49-4798-9DD2-F13991C43E7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0FC9A591-F029-4F21-B6F5-6214AAF160E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Rendering raw objects</a:t>
            </a:r>
          </a:p>
        </p:txBody>
      </p:sp>
      <p:sp>
        <p:nvSpPr>
          <p:cNvPr id="17" name="">
            <a:extLst xmlns:a="http://schemas.openxmlformats.org/drawingml/2006/main">
              <a:ext uri="{FF2B5EF4-FFF2-40B4-BE49-F238E27FC236}">
                <a16:creationId xmlns:a16="http://schemas.microsoft.com/office/drawing/2014/main" id="{134B0E7E-FF3D-49E7-88C4-E4D068DBF04A}"/>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A6085A56-847D-494F-B763-AFADBBFA2E54}"/>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4E3EB1B1-035F-4AC5-B5D9-C9E1770497AC}"/>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Mutating the source array during render</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2.1</a:t>
            </a:r>
          </a:p>
        </p:txBody>
      </p:sp>
    </p:spTree>
    <p:extLst>
      <p:ext uri="{BB962C8B-B14F-4D97-AF65-F5344CB8AC3E}">
        <p14:creationId xmlns:p14="http://schemas.microsoft.com/office/powerpoint/2010/main" val="150492867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1E8CD4E9-D436-4314-9A4D-2644343F56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1E6CDCF-003B-4150-9674-592792C812A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0B91ADE-FFC6-4EC7-8ABE-3401CD8417C2}"/>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8D739BA5-7647-4851-B33B-2D379030224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2C10F51-84C8-48DB-BD1B-B1ADDF07193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049</a:t>
            </a:r>
          </a:p>
        </p:txBody>
      </p:sp>
      <p:sp>
        <p:nvSpPr>
          <p:cNvPr id="6" name="">
            <a:extLst xmlns:a="http://schemas.openxmlformats.org/drawingml/2006/main">
              <a:ext uri="{FF2B5EF4-FFF2-40B4-BE49-F238E27FC236}">
                <a16:creationId xmlns:a16="http://schemas.microsoft.com/office/drawing/2014/main" id="{7E5EA48D-85DD-4896-962D-D3B6C212654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AB7998B6-5FA1-47C2-B1F2-BBC1EF546544}"/>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5603E47C-83C3-4CB5-BCFA-8D384EAE9EB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3436990-30C2-44B8-820B-641A5F8F5231}"/>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41199C8E-943C-445A-BD3B-FA054B5485ED}"/>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3A5CB0A6-4C14-43E2-9AA0-16445F1F8CAA}"/>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Eight tasks render</a:t>
            </a:r>
          </a:p>
        </p:txBody>
      </p:sp>
      <p:sp>
        <p:nvSpPr>
          <p:cNvPr id="12" name="">
            <a:extLst xmlns:a="http://schemas.openxmlformats.org/drawingml/2006/main">
              <a:ext uri="{FF2B5EF4-FFF2-40B4-BE49-F238E27FC236}">
                <a16:creationId xmlns:a16="http://schemas.microsoft.com/office/drawing/2014/main" id="{7BDA6244-3BFC-4B26-9BB7-5E79094DB03E}"/>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Empty state appears</a:t>
            </a:r>
          </a:p>
        </p:txBody>
      </p:sp>
      <p:sp>
        <p:nvSpPr>
          <p:cNvPr id="13" name="">
            <a:extLst xmlns:a="http://schemas.openxmlformats.org/drawingml/2006/main">
              <a:ext uri="{FF2B5EF4-FFF2-40B4-BE49-F238E27FC236}">
                <a16:creationId xmlns:a16="http://schemas.microsoft.com/office/drawing/2014/main" id="{0BF3C640-17C2-4C62-AA51-89C0802DC51E}"/>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Reorder preserves identity</a:t>
            </a:r>
          </a:p>
        </p:txBody>
      </p:sp>
      <p:sp>
        <p:nvSpPr>
          <p:cNvPr id="14" name="">
            <a:extLst xmlns:a="http://schemas.openxmlformats.org/drawingml/2006/main">
              <a:ext uri="{FF2B5EF4-FFF2-40B4-BE49-F238E27FC236}">
                <a16:creationId xmlns:a16="http://schemas.microsoft.com/office/drawing/2014/main" id="{D45DF003-3BAA-475F-81D6-492A049E514B}"/>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Type-check passes</a:t>
            </a:r>
          </a:p>
        </p:txBody>
      </p:sp>
      <p:sp>
        <p:nvSpPr>
          <p:cNvPr id="15" name="">
            <a:extLst xmlns:a="http://schemas.openxmlformats.org/drawingml/2006/main">
              <a:ext uri="{FF2B5EF4-FFF2-40B4-BE49-F238E27FC236}">
                <a16:creationId xmlns:a16="http://schemas.microsoft.com/office/drawing/2014/main" id="{5503FB6C-C785-40DE-9097-C30978A5629C}"/>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AF4CAE30-E421-46FF-923E-1C5C902740B3}"/>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9D053F78-7106-4B35-8BB9-4DE50E69DAF2}"/>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48B770E7-4254-4049-BB3E-E52386428670}"/>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414DF4F2-6CD9-42F1-9494-C9C6F075A84E}"/>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2.1</a:t>
            </a:r>
          </a:p>
        </p:txBody>
      </p:sp>
    </p:spTree>
    <p:extLst>
      <p:ext uri="{BB962C8B-B14F-4D97-AF65-F5344CB8AC3E}">
        <p14:creationId xmlns:p14="http://schemas.microsoft.com/office/powerpoint/2010/main" val="181840605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9E777FFA-2E7C-4B38-828D-FF656849CD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67C903D-9425-4C8F-94FF-6C641686D44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A44F8FA-B4E7-4840-868D-94F8C859DF1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E1FA37BB-29EE-446D-B148-3FEFE310CD9E}"/>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6B5D492-18EE-44F8-95EB-033BA952193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050</a:t>
            </a:r>
          </a:p>
        </p:txBody>
      </p:sp>
      <p:sp>
        <p:nvSpPr>
          <p:cNvPr id="6" name="">
            <a:extLst xmlns:a="http://schemas.openxmlformats.org/drawingml/2006/main">
              <a:ext uri="{FF2B5EF4-FFF2-40B4-BE49-F238E27FC236}">
                <a16:creationId xmlns:a16="http://schemas.microsoft.com/office/drawing/2014/main" id="{2B26C337-67BB-44F2-BCB2-5A1E9A1541A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Extract Components and Design Prop Contracts</a:t>
            </a:r>
          </a:p>
        </p:txBody>
      </p:sp>
      <p:sp>
        <p:nvSpPr>
          <p:cNvPr id="7" name="">
            <a:extLst xmlns:a="http://schemas.openxmlformats.org/drawingml/2006/main">
              <a:ext uri="{FF2B5EF4-FFF2-40B4-BE49-F238E27FC236}">
                <a16:creationId xmlns:a16="http://schemas.microsoft.com/office/drawing/2014/main" id="{75BD130D-4F1D-4F5E-88FE-13BB2F377F3F}"/>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4D368D9C-2BC8-4229-9D93-11FD397A051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CDA9862F-33DA-48EE-9DDE-DBF16E4D75E3}"/>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ECD3F6C-796F-444B-9D24-DF6A355126ED}"/>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Split the board into focused typed components and pass data explicitly through props.</a:t>
            </a:r>
          </a:p>
        </p:txBody>
      </p:sp>
      <p:sp>
        <p:nvSpPr>
          <p:cNvPr id="11" name="">
            <a:extLst xmlns:a="http://schemas.openxmlformats.org/drawingml/2006/main">
              <a:ext uri="{FF2B5EF4-FFF2-40B4-BE49-F238E27FC236}">
                <a16:creationId xmlns:a16="http://schemas.microsoft.com/office/drawing/2014/main" id="{0D2338DE-C253-416C-8BC0-9C2C7EA36B3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36A7B9C-C2BE-46CB-B329-1E316DBD61B7}"/>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F249FFB7-F5B6-4E2B-8C07-E273498ADB64}"/>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src/components/Board.tsx, src/components/TaskColumn.tsx, src/components/TaskCard.tsx</a:t>
            </a:r>
          </a:p>
        </p:txBody>
      </p:sp>
      <p:sp>
        <p:nvSpPr>
          <p:cNvPr id="14" name="">
            <a:extLst xmlns:a="http://schemas.openxmlformats.org/drawingml/2006/main">
              <a:ext uri="{FF2B5EF4-FFF2-40B4-BE49-F238E27FC236}">
                <a16:creationId xmlns:a16="http://schemas.microsoft.com/office/drawing/2014/main" id="{D530BC6B-478E-492D-BCE3-E136A7A6E6B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111A7612-F21E-40BB-AA6C-20FDE804D03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A01D9F8-78D1-44D8-B58D-F49EF316E5A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2.2</a:t>
            </a:r>
          </a:p>
        </p:txBody>
      </p:sp>
    </p:spTree>
    <p:extLst>
      <p:ext uri="{BB962C8B-B14F-4D97-AF65-F5344CB8AC3E}">
        <p14:creationId xmlns:p14="http://schemas.microsoft.com/office/powerpoint/2010/main" val="212216642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EFA9FE81-A7BA-49A1-98B8-6A3DB7DAAA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D81F159-821C-4308-8BD0-1F28A0D410F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6AD29BB-8D65-4033-8491-70741EB65A5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860059CD-F164-4A6F-AACC-D7EA03546AC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255921FF-7F23-46F9-BAAE-424C81EE1F5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051</a:t>
            </a:r>
          </a:p>
        </p:txBody>
      </p:sp>
      <p:sp>
        <p:nvSpPr>
          <p:cNvPr id="6" name="">
            <a:extLst xmlns:a="http://schemas.openxmlformats.org/drawingml/2006/main">
              <a:ext uri="{FF2B5EF4-FFF2-40B4-BE49-F238E27FC236}">
                <a16:creationId xmlns:a16="http://schemas.microsoft.com/office/drawing/2014/main" id="{05BCB839-6B85-40F2-A0DC-840056F6888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55EABFAD-8E81-47F5-A28C-D60E01984D9A}"/>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C230B570-49A3-4851-8C71-07E86AD6D49A}"/>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A512DA9A-1D38-49C4-83B7-1E3A8B0CDF50}"/>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F75EBA8B-2691-4482-B665-9050A878EC9E}"/>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69EE1EC9-37D7-46BE-AFE1-665DAA16F096}"/>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component boundary</a:t>
            </a:r>
          </a:p>
        </p:txBody>
      </p:sp>
      <p:sp>
        <p:nvSpPr>
          <p:cNvPr id="12" name="">
            <a:extLst xmlns:a="http://schemas.openxmlformats.org/drawingml/2006/main">
              <a:ext uri="{FF2B5EF4-FFF2-40B4-BE49-F238E27FC236}">
                <a16:creationId xmlns:a16="http://schemas.microsoft.com/office/drawing/2014/main" id="{8B8887AA-D5E9-42B8-85E0-44D10A8021A4}"/>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props</a:t>
            </a:r>
          </a:p>
        </p:txBody>
      </p:sp>
      <p:sp>
        <p:nvSpPr>
          <p:cNvPr id="13" name="">
            <a:extLst xmlns:a="http://schemas.openxmlformats.org/drawingml/2006/main">
              <a:ext uri="{FF2B5EF4-FFF2-40B4-BE49-F238E27FC236}">
                <a16:creationId xmlns:a16="http://schemas.microsoft.com/office/drawing/2014/main" id="{1DAAA156-0838-4B75-AADF-A8C92D55D9BF}"/>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composition</a:t>
            </a:r>
          </a:p>
        </p:txBody>
      </p:sp>
      <p:sp>
        <p:nvSpPr>
          <p:cNvPr id="14" name="">
            <a:extLst xmlns:a="http://schemas.openxmlformats.org/drawingml/2006/main">
              <a:ext uri="{FF2B5EF4-FFF2-40B4-BE49-F238E27FC236}">
                <a16:creationId xmlns:a16="http://schemas.microsoft.com/office/drawing/2014/main" id="{8ACF49DA-CD35-4121-AB98-183239010DD5}"/>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single responsibility</a:t>
            </a:r>
          </a:p>
        </p:txBody>
      </p:sp>
      <p:sp>
        <p:nvSpPr>
          <p:cNvPr id="15" name="">
            <a:extLst xmlns:a="http://schemas.openxmlformats.org/drawingml/2006/main">
              <a:ext uri="{FF2B5EF4-FFF2-40B4-BE49-F238E27FC236}">
                <a16:creationId xmlns:a16="http://schemas.microsoft.com/office/drawing/2014/main" id="{CC3D323F-A248-4B5C-BD33-E8C42D2A1747}"/>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UI is unchanged</a:t>
            </a:r>
          </a:p>
        </p:txBody>
      </p:sp>
      <p:sp>
        <p:nvSpPr>
          <p:cNvPr id="16" name="">
            <a:extLst xmlns:a="http://schemas.openxmlformats.org/drawingml/2006/main">
              <a:ext uri="{FF2B5EF4-FFF2-40B4-BE49-F238E27FC236}">
                <a16:creationId xmlns:a16="http://schemas.microsoft.com/office/drawing/2014/main" id="{E7327B18-19CF-4BC1-87B8-CC539CB8C66A}"/>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Props are typed</a:t>
            </a:r>
          </a:p>
        </p:txBody>
      </p:sp>
      <p:sp>
        <p:nvSpPr>
          <p:cNvPr id="17" name="">
            <a:extLst xmlns:a="http://schemas.openxmlformats.org/drawingml/2006/main">
              <a:ext uri="{FF2B5EF4-FFF2-40B4-BE49-F238E27FC236}">
                <a16:creationId xmlns:a16="http://schemas.microsoft.com/office/drawing/2014/main" id="{DC8A6B38-A611-4C5B-922B-CB60E7967599}"/>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Components have focused purposes</a:t>
            </a:r>
          </a:p>
        </p:txBody>
      </p:sp>
      <p:sp>
        <p:nvSpPr>
          <p:cNvPr id="18" name="">
            <a:extLst xmlns:a="http://schemas.openxmlformats.org/drawingml/2006/main">
              <a:ext uri="{FF2B5EF4-FFF2-40B4-BE49-F238E27FC236}">
                <a16:creationId xmlns:a16="http://schemas.microsoft.com/office/drawing/2014/main" id="{F8C44674-890E-4EAF-B36F-9770C77C46F6}"/>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Build passes after each extraction</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2.2</a:t>
            </a:r>
          </a:p>
        </p:txBody>
      </p:sp>
    </p:spTree>
    <p:extLst>
      <p:ext uri="{BB962C8B-B14F-4D97-AF65-F5344CB8AC3E}">
        <p14:creationId xmlns:p14="http://schemas.microsoft.com/office/powerpoint/2010/main" val="77599704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15DDFD9A-0BCA-4766-9203-004CF42C5F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B5551CA-6974-4ABF-A8AF-958597D45E1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92801262-03E0-4E09-BC78-B3B3440F862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5749ACA2-AEC6-4527-8872-6231F968494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6D7E5E48-D27C-41A5-9EA0-2EB13E45AA5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052</a:t>
            </a:r>
          </a:p>
        </p:txBody>
      </p:sp>
      <p:sp>
        <p:nvSpPr>
          <p:cNvPr id="6" name="">
            <a:extLst xmlns:a="http://schemas.openxmlformats.org/drawingml/2006/main">
              <a:ext uri="{FF2B5EF4-FFF2-40B4-BE49-F238E27FC236}">
                <a16:creationId xmlns:a16="http://schemas.microsoft.com/office/drawing/2014/main" id="{39C8B177-7819-46D3-9173-8AF21455B26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87FE80CF-423B-4034-8433-C12BA18D0CB3}"/>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0196472-5C55-4487-9920-A9685CEE82ED}"/>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F05E53C1-8CFB-4BCE-A6EB-4CA81C5CA9FB}"/>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Draw the component tree from App to Board, TaskColumn and TaskCard before editing code</a:t>
            </a:r>
          </a:p>
        </p:txBody>
      </p:sp>
      <p:sp>
        <p:nvSpPr>
          <p:cNvPr id="10" name="">
            <a:extLst xmlns:a="http://schemas.openxmlformats.org/drawingml/2006/main">
              <a:ext uri="{FF2B5EF4-FFF2-40B4-BE49-F238E27FC236}">
                <a16:creationId xmlns:a16="http://schemas.microsoft.com/office/drawing/2014/main" id="{C4343264-27AB-425E-91D3-158721FAE2B1}"/>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B929BCD-5BCE-46FC-9CDE-F735634E4044}"/>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8A799E06-84BE-4B05-92DC-651B1238146B}"/>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each prop interface and decide which values are required, optional, or callbacks</a:t>
            </a:r>
          </a:p>
        </p:txBody>
      </p:sp>
      <p:sp>
        <p:nvSpPr>
          <p:cNvPr id="13" name="">
            <a:extLst xmlns:a="http://schemas.openxmlformats.org/drawingml/2006/main">
              <a:ext uri="{FF2B5EF4-FFF2-40B4-BE49-F238E27FC236}">
                <a16:creationId xmlns:a16="http://schemas.microsoft.com/office/drawing/2014/main" id="{EF991D7E-FDA1-41F1-80BD-E5FCC649CF73}"/>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D14F238F-F4DD-440D-9A28-C6696810642B}"/>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75885395-89DF-4DDE-BED6-717D5390D83D}"/>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for a refactor plan that preserves visible behavior and names moves versus …</a:t>
            </a:r>
          </a:p>
        </p:txBody>
      </p:sp>
      <p:sp>
        <p:nvSpPr>
          <p:cNvPr id="16" name="">
            <a:extLst xmlns:a="http://schemas.openxmlformats.org/drawingml/2006/main">
              <a:ext uri="{FF2B5EF4-FFF2-40B4-BE49-F238E27FC236}">
                <a16:creationId xmlns:a16="http://schemas.microsoft.com/office/drawing/2014/main" id="{E51CFA2F-C5EE-443A-9206-EB4A21809440}"/>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D851618-92D1-4085-A497-84C38188B65A}"/>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A2FB2EA5-2C5D-4E63-996B-96FD28A4F160}"/>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Implement one extraction at a time; run the app after each move to isolate regressions</a:t>
            </a:r>
          </a:p>
        </p:txBody>
      </p:sp>
      <p:sp>
        <p:nvSpPr>
          <p:cNvPr id="19" name="">
            <a:extLst xmlns:a="http://schemas.openxmlformats.org/drawingml/2006/main">
              <a:ext uri="{FF2B5EF4-FFF2-40B4-BE49-F238E27FC236}">
                <a16:creationId xmlns:a16="http://schemas.microsoft.com/office/drawing/2014/main" id="{14057E95-9EE8-4544-9970-ED66900ABCE5}"/>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556BD269-063B-4621-9ECB-4AE82422BB86}"/>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B97D5B34-6A2E-41E2-806B-9CA3C5BE4B73}"/>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for prop drilling caused by misplaced state, duplicated markup and components that …</a:t>
            </a:r>
          </a:p>
        </p:txBody>
      </p:sp>
      <p:sp>
        <p:nvSpPr>
          <p:cNvPr id="22" name="">
            <a:extLst xmlns:a="http://schemas.openxmlformats.org/drawingml/2006/main">
              <a:ext uri="{FF2B5EF4-FFF2-40B4-BE49-F238E27FC236}">
                <a16:creationId xmlns:a16="http://schemas.microsoft.com/office/drawing/2014/main" id="{C613992B-F77E-43C2-8E33-E840EB88A1F2}"/>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928D6C6E-ABD7-4BEB-BEF8-C3150F8788B7}"/>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D5F3E96C-BA02-44FB-AA07-BECBF33244D3}"/>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Use React DevTools to identify boundaries, then lint/build and commit the refactor …</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2.2</a:t>
            </a:r>
          </a:p>
        </p:txBody>
      </p:sp>
    </p:spTree>
    <p:extLst>
      <p:ext uri="{BB962C8B-B14F-4D97-AF65-F5344CB8AC3E}">
        <p14:creationId xmlns:p14="http://schemas.microsoft.com/office/powerpoint/2010/main" val="255823549"/>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59C0F4B1-96E3-4349-8B8C-05C7589DE0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FDAC2E6-5743-4634-AEBE-66C6F76F07F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8265FA95-9AA3-4C5E-9D0B-91F78A0C3C1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EE35AB7C-0780-410B-8DE4-A58E8D7ED24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FD139AC-5F93-4776-A716-609DEC85F264}"/>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053</a:t>
            </a:r>
          </a:p>
        </p:txBody>
      </p:sp>
      <p:sp>
        <p:nvSpPr>
          <p:cNvPr id="6" name="">
            <a:extLst xmlns:a="http://schemas.openxmlformats.org/drawingml/2006/main">
              <a:ext uri="{FF2B5EF4-FFF2-40B4-BE49-F238E27FC236}">
                <a16:creationId xmlns:a16="http://schemas.microsoft.com/office/drawing/2014/main" id="{FAA9577E-A185-478D-A777-1340F1355540}"/>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2875A87F-D235-4F62-AD91-09C7B4B63D29}"/>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80DFA95D-0378-449A-A914-DD22B36274ED}"/>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01811B95-B1BD-4FF9-BCD7-FF7D3846E9A9}"/>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Refactor the existing task markup into Board, TaskColumn and TaskCard. First provide prop interfaces and a move plan. Preserve behavior and CSS classes. Do not add state, context or packages. Implement one component extraction at a time and stop if a test or build fails.</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2.2</a:t>
            </a:r>
          </a:p>
        </p:txBody>
      </p:sp>
    </p:spTree>
    <p:extLst>
      <p:ext uri="{BB962C8B-B14F-4D97-AF65-F5344CB8AC3E}">
        <p14:creationId xmlns:p14="http://schemas.microsoft.com/office/powerpoint/2010/main" val="62706995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E8627FC7-AE81-4D5B-8B0A-CA6D1B92AE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9D557D9-90D6-4CA7-86DC-CB6180024F0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FC78ECF-3F1B-495C-80C7-8A104B84757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8FB08C74-BBB5-494C-B532-E8AAE2AC207E}"/>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3EE3B23-4D7D-474D-B183-8D20192A916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054</a:t>
            </a:r>
          </a:p>
        </p:txBody>
      </p:sp>
      <p:sp>
        <p:nvSpPr>
          <p:cNvPr id="6" name="">
            <a:extLst xmlns:a="http://schemas.openxmlformats.org/drawingml/2006/main">
              <a:ext uri="{FF2B5EF4-FFF2-40B4-BE49-F238E27FC236}">
                <a16:creationId xmlns:a16="http://schemas.microsoft.com/office/drawing/2014/main" id="{174F180A-868B-41E3-90E1-0CB6162F271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2760854C-B80C-4A5D-BB51-8E1882CE280B}"/>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F0795FDE-381A-46FB-8000-157AC791190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6663F1F-C426-4166-9A44-CA471D8AF11D}"/>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634695F5-64DE-403F-9741-873C9973EF43}"/>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Changing behavior during refactor</a:t>
            </a:r>
          </a:p>
        </p:txBody>
      </p:sp>
      <p:sp>
        <p:nvSpPr>
          <p:cNvPr id="11" name="">
            <a:extLst xmlns:a="http://schemas.openxmlformats.org/drawingml/2006/main">
              <a:ext uri="{FF2B5EF4-FFF2-40B4-BE49-F238E27FC236}">
                <a16:creationId xmlns:a16="http://schemas.microsoft.com/office/drawing/2014/main" id="{4954B74C-B79B-43CC-A630-455C4489243A}"/>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17850A1-1355-4634-B3F7-EB1834EC6AD8}"/>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0E514B66-0C1E-4A25-92D0-8D81D2D451D9}"/>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Using any for props</a:t>
            </a:r>
          </a:p>
        </p:txBody>
      </p:sp>
      <p:sp>
        <p:nvSpPr>
          <p:cNvPr id="14" name="">
            <a:extLst xmlns:a="http://schemas.openxmlformats.org/drawingml/2006/main">
              <a:ext uri="{FF2B5EF4-FFF2-40B4-BE49-F238E27FC236}">
                <a16:creationId xmlns:a16="http://schemas.microsoft.com/office/drawing/2014/main" id="{C22CB05E-6A56-4968-A885-6387C7DE2E2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975671F-7C93-4433-AF2A-1444CBC6367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029CBD84-B41B-40F5-B57B-64438D3DD5A0}"/>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Reading module globals inside TaskCard</a:t>
            </a:r>
          </a:p>
        </p:txBody>
      </p:sp>
      <p:sp>
        <p:nvSpPr>
          <p:cNvPr id="17" name="">
            <a:extLst xmlns:a="http://schemas.openxmlformats.org/drawingml/2006/main">
              <a:ext uri="{FF2B5EF4-FFF2-40B4-BE49-F238E27FC236}">
                <a16:creationId xmlns:a16="http://schemas.microsoft.com/office/drawing/2014/main" id="{51B1D289-48BA-4766-86C1-3F2713A4B0E3}"/>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B6E9E5E7-0D7F-4A9D-BB42-C479CC1F569D}"/>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58482114-149C-4E13-BD5D-703F4159F19B}"/>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One component still owns unrelated responsibilities</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2.2</a:t>
            </a:r>
          </a:p>
        </p:txBody>
      </p:sp>
    </p:spTree>
    <p:extLst>
      <p:ext uri="{BB962C8B-B14F-4D97-AF65-F5344CB8AC3E}">
        <p14:creationId xmlns:p14="http://schemas.microsoft.com/office/powerpoint/2010/main" val="68888909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E91CFA8-8803-4D5A-93F6-53139D339A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EDDEFC2-E3F6-49A6-8D87-C788696ABB6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F5435530-B26C-4184-B4AC-5DF76C98E0C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336904F6-17CA-4FFC-BA7A-93AB78DE342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29EB7DC3-E779-4645-BB67-31981337E144}"/>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055</a:t>
            </a:r>
          </a:p>
        </p:txBody>
      </p:sp>
      <p:sp>
        <p:nvSpPr>
          <p:cNvPr id="6" name="">
            <a:extLst xmlns:a="http://schemas.openxmlformats.org/drawingml/2006/main">
              <a:ext uri="{FF2B5EF4-FFF2-40B4-BE49-F238E27FC236}">
                <a16:creationId xmlns:a16="http://schemas.microsoft.com/office/drawing/2014/main" id="{7010B5DC-8F14-4DD6-81CA-9DE2264BE9B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475927C2-9D93-4E7B-A489-ED50D466EDEC}"/>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FBFACED-250A-4E3D-B438-0B1F32D060D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7AF5D088-A425-4B82-8586-1713BAA6144A}"/>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746EEA98-E0CA-41F4-BD83-5BEAE62E23C4}"/>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A1C38547-607D-4B12-A5D8-66D33F1FA1DE}"/>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UI is unchanged</a:t>
            </a:r>
          </a:p>
        </p:txBody>
      </p:sp>
      <p:sp>
        <p:nvSpPr>
          <p:cNvPr id="12" name="">
            <a:extLst xmlns:a="http://schemas.openxmlformats.org/drawingml/2006/main">
              <a:ext uri="{FF2B5EF4-FFF2-40B4-BE49-F238E27FC236}">
                <a16:creationId xmlns:a16="http://schemas.microsoft.com/office/drawing/2014/main" id="{E5199DF3-C250-4AE6-BF0C-4126F8EB064B}"/>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Props are typed</a:t>
            </a:r>
          </a:p>
        </p:txBody>
      </p:sp>
      <p:sp>
        <p:nvSpPr>
          <p:cNvPr id="13" name="">
            <a:extLst xmlns:a="http://schemas.openxmlformats.org/drawingml/2006/main">
              <a:ext uri="{FF2B5EF4-FFF2-40B4-BE49-F238E27FC236}">
                <a16:creationId xmlns:a16="http://schemas.microsoft.com/office/drawing/2014/main" id="{0DC1A42A-428C-45A6-843C-B2885679B792}"/>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Components have focused purposes</a:t>
            </a:r>
          </a:p>
        </p:txBody>
      </p:sp>
      <p:sp>
        <p:nvSpPr>
          <p:cNvPr id="14" name="">
            <a:extLst xmlns:a="http://schemas.openxmlformats.org/drawingml/2006/main">
              <a:ext uri="{FF2B5EF4-FFF2-40B4-BE49-F238E27FC236}">
                <a16:creationId xmlns:a16="http://schemas.microsoft.com/office/drawing/2014/main" id="{F5000EDF-6ED8-4D47-99E3-A52CB9B24124}"/>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Build passes after each extraction</a:t>
            </a:r>
          </a:p>
        </p:txBody>
      </p:sp>
      <p:sp>
        <p:nvSpPr>
          <p:cNvPr id="15" name="">
            <a:extLst xmlns:a="http://schemas.openxmlformats.org/drawingml/2006/main">
              <a:ext uri="{FF2B5EF4-FFF2-40B4-BE49-F238E27FC236}">
                <a16:creationId xmlns:a16="http://schemas.microsoft.com/office/drawing/2014/main" id="{FF361A84-446E-4D74-84EE-CA2BB459557E}"/>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1C5F6941-8BCF-4D2A-8030-94B6080737D3}"/>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602BADD0-FFAA-40EF-B1F1-2D00B83D600D}"/>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A59E23D3-A80D-4D44-819B-AB0B9B5618DF}"/>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0E649638-8946-49C5-A258-9946BB311B9C}"/>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2.2</a:t>
            </a:r>
          </a:p>
        </p:txBody>
      </p:sp>
    </p:spTree>
    <p:extLst>
      <p:ext uri="{BB962C8B-B14F-4D97-AF65-F5344CB8AC3E}">
        <p14:creationId xmlns:p14="http://schemas.microsoft.com/office/powerpoint/2010/main" val="135274872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E1153B9B-B503-47B4-B06C-DBAB81392D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7E9F03-29EA-4B4F-B18D-5843738DFAD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C88C139-3331-4EEF-A626-753938CD6B21}"/>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61696AA6-E79B-4F65-BB94-4BD7D025D03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30FD3E3A-DFF6-410E-AAA0-1373CFD4B62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056</a:t>
            </a:r>
          </a:p>
        </p:txBody>
      </p:sp>
      <p:sp>
        <p:nvSpPr>
          <p:cNvPr id="6" name="">
            <a:extLst xmlns:a="http://schemas.openxmlformats.org/drawingml/2006/main">
              <a:ext uri="{FF2B5EF4-FFF2-40B4-BE49-F238E27FC236}">
                <a16:creationId xmlns:a16="http://schemas.microsoft.com/office/drawing/2014/main" id="{A323A459-65C8-4B42-BC81-9B45C5CA5D3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Compose Reusable Layouts with children</a:t>
            </a:r>
          </a:p>
        </p:txBody>
      </p:sp>
      <p:sp>
        <p:nvSpPr>
          <p:cNvPr id="7" name="">
            <a:extLst xmlns:a="http://schemas.openxmlformats.org/drawingml/2006/main">
              <a:ext uri="{FF2B5EF4-FFF2-40B4-BE49-F238E27FC236}">
                <a16:creationId xmlns:a16="http://schemas.microsoft.com/office/drawing/2014/main" id="{C23CAE46-8AF9-4927-90B3-233BC78D92A4}"/>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BE596BD4-7D9E-4996-8E0B-C123C9EE30F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920A3A3-1699-4275-BE4F-001C574FFBF5}"/>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15D95B80-9DE0-4C96-83D6-738124FFAB72}"/>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Use composition and children to build reusable sections without boolean-prop complexity.</a:t>
            </a:r>
          </a:p>
        </p:txBody>
      </p:sp>
      <p:sp>
        <p:nvSpPr>
          <p:cNvPr id="11" name="">
            <a:extLst xmlns:a="http://schemas.openxmlformats.org/drawingml/2006/main">
              <a:ext uri="{FF2B5EF4-FFF2-40B4-BE49-F238E27FC236}">
                <a16:creationId xmlns:a16="http://schemas.microsoft.com/office/drawing/2014/main" id="{E5B2D20B-D7A8-45D2-9C30-21F24466DEB9}"/>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4580B79F-9972-466A-AF18-7DF86E645FB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B33FF8A0-766C-4FE6-A2B9-238BB24B24A4}"/>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src/components/Panel.tsx, src/components/EmptyState.tsx</a:t>
            </a:r>
          </a:p>
        </p:txBody>
      </p:sp>
      <p:sp>
        <p:nvSpPr>
          <p:cNvPr id="14" name="">
            <a:extLst xmlns:a="http://schemas.openxmlformats.org/drawingml/2006/main">
              <a:ext uri="{FF2B5EF4-FFF2-40B4-BE49-F238E27FC236}">
                <a16:creationId xmlns:a16="http://schemas.microsoft.com/office/drawing/2014/main" id="{C79411A1-B851-446C-B578-E3782A5C14A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845B3805-CDF5-41E3-B9E1-6939BE31EE1F}"/>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A851C189-A739-4E54-BF46-CF94DE45ABAC}"/>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35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2.3</a:t>
            </a:r>
          </a:p>
        </p:txBody>
      </p:sp>
    </p:spTree>
    <p:extLst>
      <p:ext uri="{BB962C8B-B14F-4D97-AF65-F5344CB8AC3E}">
        <p14:creationId xmlns:p14="http://schemas.microsoft.com/office/powerpoint/2010/main" val="77272951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A6515AB4-74BA-4C30-B82F-C9833B5D82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EBE239B-B868-47D1-A9A8-97A5C8B7116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9D5027E-F85B-4D6E-AAA7-A8420473561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13C74E10-7E09-438C-91AE-E3BE619E73B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2D11FD3B-204C-4490-B884-2F24ECA0B8A8}"/>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057</a:t>
            </a:r>
          </a:p>
        </p:txBody>
      </p:sp>
      <p:sp>
        <p:nvSpPr>
          <p:cNvPr id="6" name="">
            <a:extLst xmlns:a="http://schemas.openxmlformats.org/drawingml/2006/main">
              <a:ext uri="{FF2B5EF4-FFF2-40B4-BE49-F238E27FC236}">
                <a16:creationId xmlns:a16="http://schemas.microsoft.com/office/drawing/2014/main" id="{1F82CE36-F2FD-4A2F-A672-C8A4D14BE0C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CD204296-630D-487E-8588-B798E277EE46}"/>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E4B7CC8-3A08-4782-A2D7-37D1B0429DDF}"/>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EFC09FFE-E0E6-4340-BEA7-019FFE4ADA6E}"/>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38233E68-1CB2-431C-A660-F2AF7E80607B}"/>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98277A31-C7B0-4522-9068-3E3BC8053F2F}"/>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children</a:t>
            </a:r>
          </a:p>
        </p:txBody>
      </p:sp>
      <p:sp>
        <p:nvSpPr>
          <p:cNvPr id="12" name="">
            <a:extLst xmlns:a="http://schemas.openxmlformats.org/drawingml/2006/main">
              <a:ext uri="{FF2B5EF4-FFF2-40B4-BE49-F238E27FC236}">
                <a16:creationId xmlns:a16="http://schemas.microsoft.com/office/drawing/2014/main" id="{70CDFA01-1112-493B-96E1-2FA186353268}"/>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composition</a:t>
            </a:r>
          </a:p>
        </p:txBody>
      </p:sp>
      <p:sp>
        <p:nvSpPr>
          <p:cNvPr id="13" name="">
            <a:extLst xmlns:a="http://schemas.openxmlformats.org/drawingml/2006/main">
              <a:ext uri="{FF2B5EF4-FFF2-40B4-BE49-F238E27FC236}">
                <a16:creationId xmlns:a16="http://schemas.microsoft.com/office/drawing/2014/main" id="{B7CACF7F-9A3E-4F24-A003-2DCF5B43A2BF}"/>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slot</a:t>
            </a:r>
          </a:p>
        </p:txBody>
      </p:sp>
      <p:sp>
        <p:nvSpPr>
          <p:cNvPr id="14" name="">
            <a:extLst xmlns:a="http://schemas.openxmlformats.org/drawingml/2006/main">
              <a:ext uri="{FF2B5EF4-FFF2-40B4-BE49-F238E27FC236}">
                <a16:creationId xmlns:a16="http://schemas.microsoft.com/office/drawing/2014/main" id="{DA3AA08D-9B51-4A41-B707-68A131DDB852}"/>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fallback content</a:t>
            </a:r>
          </a:p>
        </p:txBody>
      </p:sp>
      <p:sp>
        <p:nvSpPr>
          <p:cNvPr id="15" name="">
            <a:extLst xmlns:a="http://schemas.openxmlformats.org/drawingml/2006/main">
              <a:ext uri="{FF2B5EF4-FFF2-40B4-BE49-F238E27FC236}">
                <a16:creationId xmlns:a16="http://schemas.microsoft.com/office/drawing/2014/main" id="{1864FADE-1756-4AB1-B6C1-1F5CA0F9F03F}"/>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Two distinct panels compose correctly</a:t>
            </a:r>
          </a:p>
        </p:txBody>
      </p:sp>
      <p:sp>
        <p:nvSpPr>
          <p:cNvPr id="16" name="">
            <a:extLst xmlns:a="http://schemas.openxmlformats.org/drawingml/2006/main">
              <a:ext uri="{FF2B5EF4-FFF2-40B4-BE49-F238E27FC236}">
                <a16:creationId xmlns:a16="http://schemas.microsoft.com/office/drawing/2014/main" id="{D9623A38-DC11-420D-B618-B20BC92A00EF}"/>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Optional actions disappear cleanly</a:t>
            </a:r>
          </a:p>
        </p:txBody>
      </p:sp>
      <p:sp>
        <p:nvSpPr>
          <p:cNvPr id="17" name="">
            <a:extLst xmlns:a="http://schemas.openxmlformats.org/drawingml/2006/main">
              <a:ext uri="{FF2B5EF4-FFF2-40B4-BE49-F238E27FC236}">
                <a16:creationId xmlns:a16="http://schemas.microsoft.com/office/drawing/2014/main" id="{45A9B2F9-0B10-439F-A98E-E244116DD58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Heading order remains logical</a:t>
            </a:r>
          </a:p>
        </p:txBody>
      </p:sp>
      <p:sp>
        <p:nvSpPr>
          <p:cNvPr id="18" name="">
            <a:extLst xmlns:a="http://schemas.openxmlformats.org/drawingml/2006/main">
              <a:ext uri="{FF2B5EF4-FFF2-40B4-BE49-F238E27FC236}">
                <a16:creationId xmlns:a16="http://schemas.microsoft.com/office/drawing/2014/main" id="{4054A220-CBB8-44D5-8000-C10CA009AC3B}"/>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behavior change</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2.3</a:t>
            </a:r>
          </a:p>
        </p:txBody>
      </p:sp>
    </p:spTree>
    <p:extLst>
      <p:ext uri="{BB962C8B-B14F-4D97-AF65-F5344CB8AC3E}">
        <p14:creationId xmlns:p14="http://schemas.microsoft.com/office/powerpoint/2010/main" val="263336162"/>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29E2D939-86EC-44DA-AF6E-8CF5345104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A14CD00-0D07-44E2-B44D-017FB410B20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452D5DC5-DF5F-41E4-8C73-7ABD24AC5B8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10BFC5EC-745D-4863-B50A-5B708DB8D75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F0DDFB28-F6FF-402B-854D-4D195BE62D4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058</a:t>
            </a:r>
          </a:p>
        </p:txBody>
      </p:sp>
      <p:sp>
        <p:nvSpPr>
          <p:cNvPr id="6" name="">
            <a:extLst xmlns:a="http://schemas.openxmlformats.org/drawingml/2006/main">
              <a:ext uri="{FF2B5EF4-FFF2-40B4-BE49-F238E27FC236}">
                <a16:creationId xmlns:a16="http://schemas.microsoft.com/office/drawing/2014/main" id="{5CD7F5CC-206F-46C5-BBEB-F7CB41901D2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FAA79837-551F-4E69-8FFC-A28FD3C311DE}"/>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3B378F7-B9FB-479E-BDBB-CA984FD6D9E0}"/>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7F33DB5D-42C9-41AD-A9F7-24BC5862DF26}"/>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Identify repeated panel chrome and distinguish it from the unique content inside each panel</a:t>
            </a:r>
          </a:p>
        </p:txBody>
      </p:sp>
      <p:sp>
        <p:nvSpPr>
          <p:cNvPr id="10" name="">
            <a:extLst xmlns:a="http://schemas.openxmlformats.org/drawingml/2006/main">
              <a:ext uri="{FF2B5EF4-FFF2-40B4-BE49-F238E27FC236}">
                <a16:creationId xmlns:a16="http://schemas.microsoft.com/office/drawing/2014/main" id="{7305C058-9238-47C7-AB5B-7272A550411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61BDEDD7-5130-45B1-805A-5A323D6CDEEE}"/>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A54F368F-EB81-4A67-893D-458CFA2CD00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typed Panel accepting title, optional actions and ReactNode children</a:t>
            </a:r>
          </a:p>
        </p:txBody>
      </p:sp>
      <p:sp>
        <p:nvSpPr>
          <p:cNvPr id="13" name="">
            <a:extLst xmlns:a="http://schemas.openxmlformats.org/drawingml/2006/main">
              <a:ext uri="{FF2B5EF4-FFF2-40B4-BE49-F238E27FC236}">
                <a16:creationId xmlns:a16="http://schemas.microsoft.com/office/drawing/2014/main" id="{2023C19F-33CF-4034-930B-385B8AB2FE81}"/>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702CB29A-E91E-4BE0-8CF3-CFB26867513B}"/>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6AD078E2-6F11-4C13-9080-1A78F8E6A74F}"/>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Replace duplicated wrappers without changing the order or semantics of content</a:t>
            </a:r>
          </a:p>
        </p:txBody>
      </p:sp>
      <p:sp>
        <p:nvSpPr>
          <p:cNvPr id="16" name="">
            <a:extLst xmlns:a="http://schemas.openxmlformats.org/drawingml/2006/main">
              <a:ext uri="{FF2B5EF4-FFF2-40B4-BE49-F238E27FC236}">
                <a16:creationId xmlns:a16="http://schemas.microsoft.com/office/drawing/2014/main" id="{55F26BDB-C3A7-4D66-8D83-19EE9D03F435}"/>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E81A16C-665E-4B9A-A267-5FD13552263C}"/>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519C6E11-DC7A-4959-82B4-10DAE164548F}"/>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an EmptyState that composes a heading, explanation and optional action</a:t>
            </a:r>
          </a:p>
        </p:txBody>
      </p:sp>
      <p:sp>
        <p:nvSpPr>
          <p:cNvPr id="19" name="">
            <a:extLst xmlns:a="http://schemas.openxmlformats.org/drawingml/2006/main">
              <a:ext uri="{FF2B5EF4-FFF2-40B4-BE49-F238E27FC236}">
                <a16:creationId xmlns:a16="http://schemas.microsoft.com/office/drawing/2014/main" id="{11643FC1-66C0-4F55-BA7A-0D4E9E5605A5}"/>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ED8C29E4-D1C6-4A4D-81EA-7A21F02FAAA0}"/>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8FC49A35-8909-4B5F-B327-0D2071D40DF5}"/>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generated code for nested ternaries and a proliferation of showX boolean props</a:t>
            </a:r>
          </a:p>
        </p:txBody>
      </p:sp>
      <p:sp>
        <p:nvSpPr>
          <p:cNvPr id="22" name="">
            <a:extLst xmlns:a="http://schemas.openxmlformats.org/drawingml/2006/main">
              <a:ext uri="{FF2B5EF4-FFF2-40B4-BE49-F238E27FC236}">
                <a16:creationId xmlns:a16="http://schemas.microsoft.com/office/drawing/2014/main" id="{BE427309-7C87-430E-A528-BECE68086045}"/>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ECD02CE5-728C-4580-B232-E819529A842B}"/>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D89B378D-C76F-4258-8A49-689BE9BD85C0}"/>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Render two different Panel contents and two EmptyState variants; lint and build</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2.3</a:t>
            </a:r>
          </a:p>
        </p:txBody>
      </p:sp>
    </p:spTree>
    <p:extLst>
      <p:ext uri="{BB962C8B-B14F-4D97-AF65-F5344CB8AC3E}">
        <p14:creationId xmlns:p14="http://schemas.microsoft.com/office/powerpoint/2010/main" val="114820065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9DD3F92-C0EC-42CD-8D36-F13E41DB2F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06EE9FC-931A-418B-8862-659A9C0841D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547154E7-FCDD-4237-AD3F-6492937A2B51}"/>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EE5EEE1B-9265-4263-B245-D2BF1F588F9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6AF5464E-5FFF-44E1-B4F3-D4303F8F6F9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059</a:t>
            </a:r>
          </a:p>
        </p:txBody>
      </p:sp>
      <p:sp>
        <p:nvSpPr>
          <p:cNvPr id="6" name="">
            <a:extLst xmlns:a="http://schemas.openxmlformats.org/drawingml/2006/main">
              <a:ext uri="{FF2B5EF4-FFF2-40B4-BE49-F238E27FC236}">
                <a16:creationId xmlns:a16="http://schemas.microsoft.com/office/drawing/2014/main" id="{073B030B-D68F-4D4E-B0C5-8975D38F4B2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B7F50633-1DC5-46C4-BFD8-F942C4861257}"/>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3DC9D5E9-F742-4CE3-851E-157041330FB2}"/>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C68F6B11-386F-4C30-B749-43A9EF1C455D}"/>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Create a typed Panel component using composition. It accepts title, optional actions and children: ReactNode. Create an EmptyState with optional action content. Replace repeated wrappers but preserve semantics and visible behavior. Avoid boolean props that switch unrelated layouts.</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2.3</a:t>
            </a:r>
          </a:p>
        </p:txBody>
      </p:sp>
    </p:spTree>
    <p:extLst>
      <p:ext uri="{BB962C8B-B14F-4D97-AF65-F5344CB8AC3E}">
        <p14:creationId xmlns:p14="http://schemas.microsoft.com/office/powerpoint/2010/main" val="111462042"/>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9ECC4051-9ED4-4771-8BE1-C1D7FCD674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DFA1DEA-E6DD-4438-BA51-D8BF6C2EE71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9D1CA993-313C-43B8-B5C4-331663B0631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6837DB84-27B2-4738-AE0B-0615E7D6B29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72CDCEE0-8D17-40CD-B7BC-8E9AF9172B1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060</a:t>
            </a:r>
          </a:p>
        </p:txBody>
      </p:sp>
      <p:sp>
        <p:nvSpPr>
          <p:cNvPr id="6" name="">
            <a:extLst xmlns:a="http://schemas.openxmlformats.org/drawingml/2006/main">
              <a:ext uri="{FF2B5EF4-FFF2-40B4-BE49-F238E27FC236}">
                <a16:creationId xmlns:a16="http://schemas.microsoft.com/office/drawing/2014/main" id="{6CCBFCB3-8A41-46F4-BD1B-0E6A6C88750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24D8A2AD-64D9-4F97-9477-4D46E7DD558B}"/>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5A063C1C-75DF-497C-A601-14DDC09B6C8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E5AA8607-A848-4473-88C3-662EC07D85C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6AE8EAC8-14CE-450A-8697-F7D4E8EE169C}"/>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Over-general component</a:t>
            </a:r>
          </a:p>
        </p:txBody>
      </p:sp>
      <p:sp>
        <p:nvSpPr>
          <p:cNvPr id="11" name="">
            <a:extLst xmlns:a="http://schemas.openxmlformats.org/drawingml/2006/main">
              <a:ext uri="{FF2B5EF4-FFF2-40B4-BE49-F238E27FC236}">
                <a16:creationId xmlns:a16="http://schemas.microsoft.com/office/drawing/2014/main" id="{D8D8D276-0431-4561-8700-B87188323CB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5733DE28-AEAE-4066-8CD9-FF1CF7080B36}"/>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BCAC5D08-9215-4602-AA7A-29D2BD8C66E3}"/>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Children typed as any</a:t>
            </a:r>
          </a:p>
        </p:txBody>
      </p:sp>
      <p:sp>
        <p:nvSpPr>
          <p:cNvPr id="14" name="">
            <a:extLst xmlns:a="http://schemas.openxmlformats.org/drawingml/2006/main">
              <a:ext uri="{FF2B5EF4-FFF2-40B4-BE49-F238E27FC236}">
                <a16:creationId xmlns:a16="http://schemas.microsoft.com/office/drawing/2014/main" id="{AF80CE4A-5C9E-48C2-8F47-79530081A83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489153C9-6E45-41B2-B3AD-6F88EDF82F26}"/>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0CF01E43-FFFB-407D-BCC5-3B1E73DEC2CB}"/>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Nested ternaries controlling layout</a:t>
            </a:r>
          </a:p>
        </p:txBody>
      </p:sp>
      <p:sp>
        <p:nvSpPr>
          <p:cNvPr id="17" name="">
            <a:extLst xmlns:a="http://schemas.openxmlformats.org/drawingml/2006/main">
              <a:ext uri="{FF2B5EF4-FFF2-40B4-BE49-F238E27FC236}">
                <a16:creationId xmlns:a16="http://schemas.microsoft.com/office/drawing/2014/main" id="{84C1A72B-4A71-4969-AB55-5C06D7E07452}"/>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5B431ECC-7F43-4F83-9A58-450438AE0AB7}"/>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6006A84B-C178-48DD-9144-7913988C344E}"/>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Heading levels become inconsistent</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2.3</a:t>
            </a:r>
          </a:p>
        </p:txBody>
      </p:sp>
    </p:spTree>
    <p:extLst>
      <p:ext uri="{BB962C8B-B14F-4D97-AF65-F5344CB8AC3E}">
        <p14:creationId xmlns:p14="http://schemas.microsoft.com/office/powerpoint/2010/main" val="177038498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9E4F67B6-7381-4FD4-A149-31A7618761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8BAAB06-5DC8-4FEC-9AA4-0C389657994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B8F28BA-660D-459A-8BCD-BCFDBE36257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95898FF4-5A26-499F-99FF-32CA7391C6A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0DA89120-C0A5-402B-A0F7-D48CF1CA6EF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061</a:t>
            </a:r>
          </a:p>
        </p:txBody>
      </p:sp>
      <p:sp>
        <p:nvSpPr>
          <p:cNvPr id="6" name="">
            <a:extLst xmlns:a="http://schemas.openxmlformats.org/drawingml/2006/main">
              <a:ext uri="{FF2B5EF4-FFF2-40B4-BE49-F238E27FC236}">
                <a16:creationId xmlns:a16="http://schemas.microsoft.com/office/drawing/2014/main" id="{98DB22EC-0453-4086-B357-6EF38A223E1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1D4E1D04-8BD9-411C-B4B2-2EA436C597A0}"/>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FD27ECF2-C4DB-4136-AC5B-7295D8A52A6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80C7124-ADBD-4F1D-A88C-473EB511F31C}"/>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11981E33-7AD6-4322-B0E5-6EC66EF96D36}"/>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CF9E71B2-3E76-414E-BA43-3A308465D637}"/>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Two distinct panels compose correctly</a:t>
            </a:r>
          </a:p>
        </p:txBody>
      </p:sp>
      <p:sp>
        <p:nvSpPr>
          <p:cNvPr id="12" name="">
            <a:extLst xmlns:a="http://schemas.openxmlformats.org/drawingml/2006/main">
              <a:ext uri="{FF2B5EF4-FFF2-40B4-BE49-F238E27FC236}">
                <a16:creationId xmlns:a16="http://schemas.microsoft.com/office/drawing/2014/main" id="{32591189-2F34-4583-8F25-6F61258F494E}"/>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Optional actions disappear cleanly</a:t>
            </a:r>
          </a:p>
        </p:txBody>
      </p:sp>
      <p:sp>
        <p:nvSpPr>
          <p:cNvPr id="13" name="">
            <a:extLst xmlns:a="http://schemas.openxmlformats.org/drawingml/2006/main">
              <a:ext uri="{FF2B5EF4-FFF2-40B4-BE49-F238E27FC236}">
                <a16:creationId xmlns:a16="http://schemas.microsoft.com/office/drawing/2014/main" id="{EEDEE1E9-D3AA-4E3D-815A-F81402E38370}"/>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Heading order remains logical</a:t>
            </a:r>
          </a:p>
        </p:txBody>
      </p:sp>
      <p:sp>
        <p:nvSpPr>
          <p:cNvPr id="14" name="">
            <a:extLst xmlns:a="http://schemas.openxmlformats.org/drawingml/2006/main">
              <a:ext uri="{FF2B5EF4-FFF2-40B4-BE49-F238E27FC236}">
                <a16:creationId xmlns:a16="http://schemas.microsoft.com/office/drawing/2014/main" id="{7C84835A-594A-4E5D-889A-2E5A14B4E34D}"/>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behavior change</a:t>
            </a:r>
          </a:p>
        </p:txBody>
      </p:sp>
      <p:sp>
        <p:nvSpPr>
          <p:cNvPr id="15" name="">
            <a:extLst xmlns:a="http://schemas.openxmlformats.org/drawingml/2006/main">
              <a:ext uri="{FF2B5EF4-FFF2-40B4-BE49-F238E27FC236}">
                <a16:creationId xmlns:a16="http://schemas.microsoft.com/office/drawing/2014/main" id="{E7A0F800-A02D-47EE-9D3C-D5AD42F561E0}"/>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4C3BAE06-6A3D-4BFA-9D82-5AFA43A2A380}"/>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19D6D50D-4266-4B0D-B4AC-660B11460ED3}"/>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83561C50-911B-4CAD-BF67-CC5083432025}"/>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70C9FC11-DD3C-4971-80F2-F825DD6B0E9D}"/>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2.3</a:t>
            </a:r>
          </a:p>
        </p:txBody>
      </p:sp>
    </p:spTree>
    <p:extLst>
      <p:ext uri="{BB962C8B-B14F-4D97-AF65-F5344CB8AC3E}">
        <p14:creationId xmlns:p14="http://schemas.microsoft.com/office/powerpoint/2010/main" val="1854712066"/>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EAC2A42-FA72-4C0E-8812-69043FFCE5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D6BAAA2-678D-47C4-9DCB-CA98027F64C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D9F766A-0F9B-41AB-9900-ED6815C2ADA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6045384B-E92F-48CB-99D0-9E706DEBFB9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2D0BEF90-6D7A-4DBD-8671-FF4FF88F174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062</a:t>
            </a:r>
          </a:p>
        </p:txBody>
      </p:sp>
      <p:sp>
        <p:nvSpPr>
          <p:cNvPr id="6" name="">
            <a:extLst xmlns:a="http://schemas.openxmlformats.org/drawingml/2006/main">
              <a:ext uri="{FF2B5EF4-FFF2-40B4-BE49-F238E27FC236}">
                <a16:creationId xmlns:a16="http://schemas.microsoft.com/office/drawing/2014/main" id="{2F4D82EB-5B3F-4C53-BF52-5C4A8FBA82E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Handle Events and Controlled Forms</a:t>
            </a:r>
          </a:p>
        </p:txBody>
      </p:sp>
      <p:sp>
        <p:nvSpPr>
          <p:cNvPr id="7" name="">
            <a:extLst xmlns:a="http://schemas.openxmlformats.org/drawingml/2006/main">
              <a:ext uri="{FF2B5EF4-FFF2-40B4-BE49-F238E27FC236}">
                <a16:creationId xmlns:a16="http://schemas.microsoft.com/office/drawing/2014/main" id="{BB5629CE-03B6-40BC-B334-CB5C9CAE6336}"/>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20E1ECC5-4D2B-4673-AEB2-020A3A84D89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9005032-D6A3-424E-8CCF-964AD039E75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7304EB88-E61B-44B5-A186-433C6A0D2EA8}"/>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Add a controlled task form with validation and explicit submit behavior.</a:t>
            </a:r>
          </a:p>
        </p:txBody>
      </p:sp>
      <p:sp>
        <p:nvSpPr>
          <p:cNvPr id="11" name="">
            <a:extLst xmlns:a="http://schemas.openxmlformats.org/drawingml/2006/main">
              <a:ext uri="{FF2B5EF4-FFF2-40B4-BE49-F238E27FC236}">
                <a16:creationId xmlns:a16="http://schemas.microsoft.com/office/drawing/2014/main" id="{19C70907-4494-4F86-B733-6514F395BD59}"/>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7FDA1EE-D812-4C94-95BF-6939BC419F96}"/>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98B19FE6-41A3-4917-8312-77FE76CCCDD5}"/>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src/components/TaskForm.tsx, src/App.tsx</a:t>
            </a:r>
          </a:p>
        </p:txBody>
      </p:sp>
      <p:sp>
        <p:nvSpPr>
          <p:cNvPr id="14" name="">
            <a:extLst xmlns:a="http://schemas.openxmlformats.org/drawingml/2006/main">
              <a:ext uri="{FF2B5EF4-FFF2-40B4-BE49-F238E27FC236}">
                <a16:creationId xmlns:a16="http://schemas.microsoft.com/office/drawing/2014/main" id="{2AF50E5A-4BD1-47DA-ABE8-73D64D5F0104}"/>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4927F8CC-7479-491D-B92E-02734E205099}"/>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62FB469E-2E34-4CF7-AAF1-C97843E9ED51}"/>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45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2.4</a:t>
            </a:r>
          </a:p>
        </p:txBody>
      </p:sp>
    </p:spTree>
    <p:extLst>
      <p:ext uri="{BB962C8B-B14F-4D97-AF65-F5344CB8AC3E}">
        <p14:creationId xmlns:p14="http://schemas.microsoft.com/office/powerpoint/2010/main" val="968727164"/>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FA6A4C52-7082-4C44-A673-2E6F5EAB35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8E50CD2-746D-46CD-ABAF-10270456444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9EBF870D-0342-4A7C-B418-78ECD3419D8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0B1DB621-BF02-4268-A01F-16D2D9BE0EE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DA4BFEBA-3D8F-4F84-B478-827B6FF34BB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063</a:t>
            </a:r>
          </a:p>
        </p:txBody>
      </p:sp>
      <p:sp>
        <p:nvSpPr>
          <p:cNvPr id="6" name="">
            <a:extLst xmlns:a="http://schemas.openxmlformats.org/drawingml/2006/main">
              <a:ext uri="{FF2B5EF4-FFF2-40B4-BE49-F238E27FC236}">
                <a16:creationId xmlns:a16="http://schemas.microsoft.com/office/drawing/2014/main" id="{99335454-72F6-4910-9599-3AC845F25FF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7979480F-A2FB-453C-83FB-545768FCED91}"/>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767FC4C-087D-4C0D-B824-E6A0C235B8FF}"/>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9CC7B8E-A23A-48B7-8FDB-C54938A85FE0}"/>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B1957EB0-91A1-452E-A979-2E3CB8B08683}"/>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AA64FF93-E998-4F1B-BD2E-D66FB0F5C612}"/>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event handler</a:t>
            </a:r>
          </a:p>
        </p:txBody>
      </p:sp>
      <p:sp>
        <p:nvSpPr>
          <p:cNvPr id="12" name="">
            <a:extLst xmlns:a="http://schemas.openxmlformats.org/drawingml/2006/main">
              <a:ext uri="{FF2B5EF4-FFF2-40B4-BE49-F238E27FC236}">
                <a16:creationId xmlns:a16="http://schemas.microsoft.com/office/drawing/2014/main" id="{FEA62526-23F3-4BB5-8BDE-1CE4DEEAAEA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controlled input</a:t>
            </a:r>
          </a:p>
        </p:txBody>
      </p:sp>
      <p:sp>
        <p:nvSpPr>
          <p:cNvPr id="13" name="">
            <a:extLst xmlns:a="http://schemas.openxmlformats.org/drawingml/2006/main">
              <a:ext uri="{FF2B5EF4-FFF2-40B4-BE49-F238E27FC236}">
                <a16:creationId xmlns:a16="http://schemas.microsoft.com/office/drawing/2014/main" id="{00678B9D-C0AD-494A-92A8-C31A08C98369}"/>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validation</a:t>
            </a:r>
          </a:p>
        </p:txBody>
      </p:sp>
      <p:sp>
        <p:nvSpPr>
          <p:cNvPr id="14" name="">
            <a:extLst xmlns:a="http://schemas.openxmlformats.org/drawingml/2006/main">
              <a:ext uri="{FF2B5EF4-FFF2-40B4-BE49-F238E27FC236}">
                <a16:creationId xmlns:a16="http://schemas.microsoft.com/office/drawing/2014/main" id="{C7F47E07-9C6B-4C3A-A899-FD8688C99C5B}"/>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preventDefault</a:t>
            </a:r>
          </a:p>
        </p:txBody>
      </p:sp>
      <p:sp>
        <p:nvSpPr>
          <p:cNvPr id="15" name="">
            <a:extLst xmlns:a="http://schemas.openxmlformats.org/drawingml/2006/main">
              <a:ext uri="{FF2B5EF4-FFF2-40B4-BE49-F238E27FC236}">
                <a16:creationId xmlns:a16="http://schemas.microsoft.com/office/drawing/2014/main" id="{580687DC-08E7-4F56-BC1B-060B0C4AF293}"/>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Invalid submit is blocked</a:t>
            </a:r>
          </a:p>
        </p:txBody>
      </p:sp>
      <p:sp>
        <p:nvSpPr>
          <p:cNvPr id="16" name="">
            <a:extLst xmlns:a="http://schemas.openxmlformats.org/drawingml/2006/main">
              <a:ext uri="{FF2B5EF4-FFF2-40B4-BE49-F238E27FC236}">
                <a16:creationId xmlns:a16="http://schemas.microsoft.com/office/drawing/2014/main" id="{CE60BFD8-7281-42B3-8B1C-A5279A60F265}"/>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Keyboard flow works</a:t>
            </a:r>
          </a:p>
        </p:txBody>
      </p:sp>
      <p:sp>
        <p:nvSpPr>
          <p:cNvPr id="17" name="">
            <a:extLst xmlns:a="http://schemas.openxmlformats.org/drawingml/2006/main">
              <a:ext uri="{FF2B5EF4-FFF2-40B4-BE49-F238E27FC236}">
                <a16:creationId xmlns:a16="http://schemas.microsoft.com/office/drawing/2014/main" id="{08292260-6873-4681-BB7B-DFF56693DA88}"/>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Valid task reaches parent callback</a:t>
            </a:r>
          </a:p>
        </p:txBody>
      </p:sp>
      <p:sp>
        <p:nvSpPr>
          <p:cNvPr id="18" name="">
            <a:extLst xmlns:a="http://schemas.openxmlformats.org/drawingml/2006/main">
              <a:ext uri="{FF2B5EF4-FFF2-40B4-BE49-F238E27FC236}">
                <a16:creationId xmlns:a16="http://schemas.microsoft.com/office/drawing/2014/main" id="{3F810992-B961-4B79-8103-D7D360F17AE6}"/>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console warnings</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2.4</a:t>
            </a:r>
          </a:p>
        </p:txBody>
      </p:sp>
    </p:spTree>
    <p:extLst>
      <p:ext uri="{BB962C8B-B14F-4D97-AF65-F5344CB8AC3E}">
        <p14:creationId xmlns:p14="http://schemas.microsoft.com/office/powerpoint/2010/main" val="1737685344"/>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4B9FD69F-EEF5-4D46-8A66-9634CC7EE4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16004C3-FC53-4DF1-B98A-3A2F45C036B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A15E0E4-7C38-4A39-BE2D-90625028F4F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EE4C369B-174C-41E6-A983-A7DEC465ADC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8C1EFD3-6708-4006-A30B-30516051643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064</a:t>
            </a:r>
          </a:p>
        </p:txBody>
      </p:sp>
      <p:sp>
        <p:nvSpPr>
          <p:cNvPr id="6" name="">
            <a:extLst xmlns:a="http://schemas.openxmlformats.org/drawingml/2006/main">
              <a:ext uri="{FF2B5EF4-FFF2-40B4-BE49-F238E27FC236}">
                <a16:creationId xmlns:a16="http://schemas.microsoft.com/office/drawing/2014/main" id="{8F7A8A72-E323-46CE-BAE4-44A83790615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B1AB26DF-A8A9-4FAA-85AB-FEB33BC44DBE}"/>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5161A39-8EB8-4586-8A01-1F0B1311D930}"/>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1CF00DF2-E1FB-41A0-B9D9-B8A62FF43F7B}"/>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form fields and acceptance rules: nonblank title, owner placeholder, priority and …</a:t>
            </a:r>
          </a:p>
        </p:txBody>
      </p:sp>
      <p:sp>
        <p:nvSpPr>
          <p:cNvPr id="10" name="">
            <a:extLst xmlns:a="http://schemas.openxmlformats.org/drawingml/2006/main">
              <a:ext uri="{FF2B5EF4-FFF2-40B4-BE49-F238E27FC236}">
                <a16:creationId xmlns:a16="http://schemas.microsoft.com/office/drawing/2014/main" id="{9A1E1C18-4F65-4DEF-A537-480EEB39CF4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9C0F2AA3-6EE2-4FEB-B06F-EAF3CB9DDCB4}"/>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A072596B-AF2A-4E60-BEFD-63AB724377F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Plan controlled state for each field and an onCreate callback owned by the parent</a:t>
            </a:r>
          </a:p>
        </p:txBody>
      </p:sp>
      <p:sp>
        <p:nvSpPr>
          <p:cNvPr id="13" name="">
            <a:extLst xmlns:a="http://schemas.openxmlformats.org/drawingml/2006/main">
              <a:ext uri="{FF2B5EF4-FFF2-40B4-BE49-F238E27FC236}">
                <a16:creationId xmlns:a16="http://schemas.microsoft.com/office/drawing/2014/main" id="{84C52B6C-5C6B-4C3A-A259-C1ABD7CE4E1F}"/>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2ACACCE1-7B1B-41AC-8280-4E059A655ACE}"/>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12A535FA-48EA-477D-9571-22AA5981196F}"/>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Generate labels, inputs, select, error region and submit button using semantic form controls</a:t>
            </a:r>
          </a:p>
        </p:txBody>
      </p:sp>
      <p:sp>
        <p:nvSpPr>
          <p:cNvPr id="16" name="">
            <a:extLst xmlns:a="http://schemas.openxmlformats.org/drawingml/2006/main">
              <a:ext uri="{FF2B5EF4-FFF2-40B4-BE49-F238E27FC236}">
                <a16:creationId xmlns:a16="http://schemas.microsoft.com/office/drawing/2014/main" id="{D003F8D9-15B3-48C3-BE08-1428090ED959}"/>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ED53351-5DE3-4D49-9173-B18166A874C9}"/>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3173A97D-DFCD-492B-8BAB-87A118CCE4F9}"/>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for missing labels, mutation, stale state, uncontrolled-to-controlled warnings and …</a:t>
            </a:r>
          </a:p>
        </p:txBody>
      </p:sp>
      <p:sp>
        <p:nvSpPr>
          <p:cNvPr id="19" name="">
            <a:extLst xmlns:a="http://schemas.openxmlformats.org/drawingml/2006/main">
              <a:ext uri="{FF2B5EF4-FFF2-40B4-BE49-F238E27FC236}">
                <a16:creationId xmlns:a16="http://schemas.microsoft.com/office/drawing/2014/main" id="{A043EDEE-8A39-4C0F-8A70-65E36730404D}"/>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9659037C-CBF0-410C-B184-1EF93F5A1EE3}"/>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A6F81BEF-CCDA-40F8-B464-70408542B988}"/>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 keyboard-only completion, invalid title, boundary points, successful submit and form …</a:t>
            </a:r>
          </a:p>
        </p:txBody>
      </p:sp>
      <p:sp>
        <p:nvSpPr>
          <p:cNvPr id="22" name="">
            <a:extLst xmlns:a="http://schemas.openxmlformats.org/drawingml/2006/main">
              <a:ext uri="{FF2B5EF4-FFF2-40B4-BE49-F238E27FC236}">
                <a16:creationId xmlns:a16="http://schemas.microsoft.com/office/drawing/2014/main" id="{A80A8AA2-74CA-4571-BC50-C4328A5ECC88}"/>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7B7CFD47-C23D-4CB0-8456-43BA428632AE}"/>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137D6AA4-E4A9-4F97-9EC2-B2F40CC54879}"/>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lint/build and use the accessibility tree to confirm label-control relationships</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2.4</a:t>
            </a:r>
          </a:p>
        </p:txBody>
      </p:sp>
    </p:spTree>
    <p:extLst>
      <p:ext uri="{BB962C8B-B14F-4D97-AF65-F5344CB8AC3E}">
        <p14:creationId xmlns:p14="http://schemas.microsoft.com/office/powerpoint/2010/main" val="32869801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88DFF4E9-12E3-4CBC-8395-38B9A8D673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1968856-7380-4BA7-8FAC-CB12D190D08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97752770-F12F-4BD4-A111-3F2FFBBC04F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52701FDB-C369-41A0-B57F-8EA8CE8A6A1C}"/>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59FB2E2A-6B4A-4F8C-9925-AECB204A37F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065</a:t>
            </a:r>
          </a:p>
        </p:txBody>
      </p:sp>
      <p:sp>
        <p:nvSpPr>
          <p:cNvPr id="6" name="">
            <a:extLst xmlns:a="http://schemas.openxmlformats.org/drawingml/2006/main">
              <a:ext uri="{FF2B5EF4-FFF2-40B4-BE49-F238E27FC236}">
                <a16:creationId xmlns:a16="http://schemas.microsoft.com/office/drawing/2014/main" id="{C350EE59-4B8F-4B00-B056-0DB14FB9A3F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2FEAC1E7-A9D0-46AD-9457-6BD5D73C9A48}"/>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BE808CE5-C516-4183-822E-6585A8D30547}"/>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CAE69886-6A16-422B-B1C9-D3B9DD6D1C64}"/>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Build a typed controlled TaskForm. Use real label elements, preventDefault, trimmed title validation, points from 1 to 13, an accessible error message and onCreate callback. The parent owns the task array. Do not use a form library or mutate existing tasks.</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2.4</a:t>
            </a:r>
          </a:p>
        </p:txBody>
      </p:sp>
    </p:spTree>
    <p:extLst>
      <p:ext uri="{BB962C8B-B14F-4D97-AF65-F5344CB8AC3E}">
        <p14:creationId xmlns:p14="http://schemas.microsoft.com/office/powerpoint/2010/main" val="21849726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9A84B134-CBB7-49D9-AD5F-332CAD0AB2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E3272EF-E878-4206-B87B-D250E3CCD8B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A2434BE3-A951-4D50-B124-27076732C9F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820352F7-24B1-41A4-B69F-781066DB6C8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EEFBC33E-7B0C-4C02-9A95-BF333268D44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066</a:t>
            </a:r>
          </a:p>
        </p:txBody>
      </p:sp>
      <p:sp>
        <p:nvSpPr>
          <p:cNvPr id="6" name="">
            <a:extLst xmlns:a="http://schemas.openxmlformats.org/drawingml/2006/main">
              <a:ext uri="{FF2B5EF4-FFF2-40B4-BE49-F238E27FC236}">
                <a16:creationId xmlns:a16="http://schemas.microsoft.com/office/drawing/2014/main" id="{9B8EB3ED-ED0D-4357-BA76-8219E05C7ED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8EAF9766-F230-49B3-B9E5-9F9B18555BD8}"/>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B988A86E-0E73-4111-845B-0749B505E9E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C29A41ED-6FDC-46FE-8511-02C0274C5D2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9FC1B99B-B710-400A-8016-493CC2B09145}"/>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Button defaults reload the page</a:t>
            </a:r>
          </a:p>
        </p:txBody>
      </p:sp>
      <p:sp>
        <p:nvSpPr>
          <p:cNvPr id="11" name="">
            <a:extLst xmlns:a="http://schemas.openxmlformats.org/drawingml/2006/main">
              <a:ext uri="{FF2B5EF4-FFF2-40B4-BE49-F238E27FC236}">
                <a16:creationId xmlns:a16="http://schemas.microsoft.com/office/drawing/2014/main" id="{9D54237B-D7B7-433A-95A3-F8FA2AC19197}"/>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6B3784C-5BC9-4F5B-9560-8B58EA3EBD18}"/>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BB7371E6-DC8A-46B4-B7AF-969C14938A68}"/>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Input lacks label</a:t>
            </a:r>
          </a:p>
        </p:txBody>
      </p:sp>
      <p:sp>
        <p:nvSpPr>
          <p:cNvPr id="14" name="">
            <a:extLst xmlns:a="http://schemas.openxmlformats.org/drawingml/2006/main">
              <a:ext uri="{FF2B5EF4-FFF2-40B4-BE49-F238E27FC236}">
                <a16:creationId xmlns:a16="http://schemas.microsoft.com/office/drawing/2014/main" id="{6A6B3719-6D49-47A6-9E39-9008C75397A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8CD0D40D-53AD-44A6-84C3-217058160E1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9523700-33C5-40FC-9835-3D0D69B65C4E}"/>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Number remains a string</a:t>
            </a:r>
          </a:p>
        </p:txBody>
      </p:sp>
      <p:sp>
        <p:nvSpPr>
          <p:cNvPr id="17" name="">
            <a:extLst xmlns:a="http://schemas.openxmlformats.org/drawingml/2006/main">
              <a:ext uri="{FF2B5EF4-FFF2-40B4-BE49-F238E27FC236}">
                <a16:creationId xmlns:a16="http://schemas.microsoft.com/office/drawing/2014/main" id="{02421DB3-2A35-4767-BA58-488D6E8FEE34}"/>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0A0F1DE5-5987-4808-8F02-7188A8E8BD09}"/>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6DAC007A-9AC0-45E1-BCB9-FFE5207A0F1F}"/>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Form clears even when validation fails</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2.4</a:t>
            </a:r>
          </a:p>
        </p:txBody>
      </p:sp>
    </p:spTree>
    <p:extLst>
      <p:ext uri="{BB962C8B-B14F-4D97-AF65-F5344CB8AC3E}">
        <p14:creationId xmlns:p14="http://schemas.microsoft.com/office/powerpoint/2010/main" val="5009817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8A692414-9D91-481D-BE56-E4C727F623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77CA1BC-C552-4C3E-A711-57411007C56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EE68854-F93A-4627-AD67-E53D4C17744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FF97A4CD-C7DC-4D6C-8EE5-36E8D782DF9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4DD1975-C6D6-4EFB-8921-DA149E3D2E1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067</a:t>
            </a:r>
          </a:p>
        </p:txBody>
      </p:sp>
      <p:sp>
        <p:nvSpPr>
          <p:cNvPr id="6" name="">
            <a:extLst xmlns:a="http://schemas.openxmlformats.org/drawingml/2006/main">
              <a:ext uri="{FF2B5EF4-FFF2-40B4-BE49-F238E27FC236}">
                <a16:creationId xmlns:a16="http://schemas.microsoft.com/office/drawing/2014/main" id="{E0C7798B-F665-40BA-B715-B3A4D9F5CC3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141E579D-E0DD-4C86-85A8-72C4077F260F}"/>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51DE7E9C-B8CF-41E6-A767-AC51DF338400}"/>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3A53931A-20A3-459B-B2F8-9B21B71729AF}"/>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B91801C1-0FD5-46CC-8851-93506869B4CE}"/>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1C048244-1795-4BCB-BEDC-4C2AA6FB94D8}"/>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Invalid submit is blocked</a:t>
            </a:r>
          </a:p>
        </p:txBody>
      </p:sp>
      <p:sp>
        <p:nvSpPr>
          <p:cNvPr id="12" name="">
            <a:extLst xmlns:a="http://schemas.openxmlformats.org/drawingml/2006/main">
              <a:ext uri="{FF2B5EF4-FFF2-40B4-BE49-F238E27FC236}">
                <a16:creationId xmlns:a16="http://schemas.microsoft.com/office/drawing/2014/main" id="{C7A5D487-5D1D-4801-9370-A5E05A3D59BA}"/>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Keyboard flow works</a:t>
            </a:r>
          </a:p>
        </p:txBody>
      </p:sp>
      <p:sp>
        <p:nvSpPr>
          <p:cNvPr id="13" name="">
            <a:extLst xmlns:a="http://schemas.openxmlformats.org/drawingml/2006/main">
              <a:ext uri="{FF2B5EF4-FFF2-40B4-BE49-F238E27FC236}">
                <a16:creationId xmlns:a16="http://schemas.microsoft.com/office/drawing/2014/main" id="{F6950217-2BC3-49F4-9879-36DC8EB04C37}"/>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Valid task reaches parent callback</a:t>
            </a:r>
          </a:p>
        </p:txBody>
      </p:sp>
      <p:sp>
        <p:nvSpPr>
          <p:cNvPr id="14" name="">
            <a:extLst xmlns:a="http://schemas.openxmlformats.org/drawingml/2006/main">
              <a:ext uri="{FF2B5EF4-FFF2-40B4-BE49-F238E27FC236}">
                <a16:creationId xmlns:a16="http://schemas.microsoft.com/office/drawing/2014/main" id="{EFBCEE75-1CE6-4C16-885E-277551830C67}"/>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console warnings</a:t>
            </a:r>
          </a:p>
        </p:txBody>
      </p:sp>
      <p:sp>
        <p:nvSpPr>
          <p:cNvPr id="15" name="">
            <a:extLst xmlns:a="http://schemas.openxmlformats.org/drawingml/2006/main">
              <a:ext uri="{FF2B5EF4-FFF2-40B4-BE49-F238E27FC236}">
                <a16:creationId xmlns:a16="http://schemas.microsoft.com/office/drawing/2014/main" id="{BC6AD183-0EEC-4552-88E6-E8CE5B4F6D6B}"/>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16384CE9-20F0-4D43-AF27-AFC05FCCC438}"/>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A745510E-93E5-419C-9416-D4568CB30E3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7C0456C3-C200-411B-8833-0F57414477EC}"/>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24119A06-97A0-4EAC-8E8C-CC47448CFF37}"/>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2.4</a:t>
            </a:r>
          </a:p>
        </p:txBody>
      </p:sp>
    </p:spTree>
    <p:extLst>
      <p:ext uri="{BB962C8B-B14F-4D97-AF65-F5344CB8AC3E}">
        <p14:creationId xmlns:p14="http://schemas.microsoft.com/office/powerpoint/2010/main" val="28640435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432EE997-8431-40F9-80DC-F740DAB600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EF13918-0B1F-4A52-9099-CD8E5AD54F0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3189F98-9C13-4C06-9E94-2C9E2AAB3F7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6C5FA392-AFD9-4C86-9E17-13E71FE4D99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4A025DE-4889-4352-A834-8D456DD60F5B}"/>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068</a:t>
            </a:r>
          </a:p>
        </p:txBody>
      </p:sp>
      <p:sp>
        <p:nvSpPr>
          <p:cNvPr id="6" name="">
            <a:extLst xmlns:a="http://schemas.openxmlformats.org/drawingml/2006/main">
              <a:ext uri="{FF2B5EF4-FFF2-40B4-BE49-F238E27FC236}">
                <a16:creationId xmlns:a16="http://schemas.microsoft.com/office/drawing/2014/main" id="{0B8EBDA0-EA1E-4EB2-826D-D317BDF5893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Generate Responsive and Accessible CSS</a:t>
            </a:r>
          </a:p>
        </p:txBody>
      </p:sp>
      <p:sp>
        <p:nvSpPr>
          <p:cNvPr id="7" name="">
            <a:extLst xmlns:a="http://schemas.openxmlformats.org/drawingml/2006/main">
              <a:ext uri="{FF2B5EF4-FFF2-40B4-BE49-F238E27FC236}">
                <a16:creationId xmlns:a16="http://schemas.microsoft.com/office/drawing/2014/main" id="{D949C8AE-3486-405B-B8DB-979AE8984DD1}"/>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26CC1882-A26F-4259-B2CF-9264B379D6E3}"/>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94EC9EB1-12C7-47D8-B373-E92036E22D40}"/>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87A12B67-E0F4-4C72-808C-32D1EE4EF5A8}"/>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a robust visual system with tokens, responsive layout, focus visibility and reduced-motion support.</a:t>
            </a:r>
          </a:p>
        </p:txBody>
      </p:sp>
      <p:sp>
        <p:nvSpPr>
          <p:cNvPr id="11" name="">
            <a:extLst xmlns:a="http://schemas.openxmlformats.org/drawingml/2006/main">
              <a:ext uri="{FF2B5EF4-FFF2-40B4-BE49-F238E27FC236}">
                <a16:creationId xmlns:a16="http://schemas.microsoft.com/office/drawing/2014/main" id="{0D7E64FA-0642-433F-B7B0-81BAA7C411F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89D115B-3535-4794-B4DB-4A8A3771A6DC}"/>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AB331AE3-092C-4EE7-88BF-DD07AD9161FC}"/>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src/index.css, src/App.css</a:t>
            </a:r>
          </a:p>
        </p:txBody>
      </p:sp>
      <p:sp>
        <p:nvSpPr>
          <p:cNvPr id="14" name="">
            <a:extLst xmlns:a="http://schemas.openxmlformats.org/drawingml/2006/main">
              <a:ext uri="{FF2B5EF4-FFF2-40B4-BE49-F238E27FC236}">
                <a16:creationId xmlns:a16="http://schemas.microsoft.com/office/drawing/2014/main" id="{B82A9722-4AB5-4901-96E8-39508B7E1936}"/>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7F8182DB-9FDA-4C44-B814-D07087632CB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6B7C7479-719A-467F-B5C5-D4E90C3644EC}"/>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2.5</a:t>
            </a:r>
          </a:p>
        </p:txBody>
      </p:sp>
    </p:spTree>
    <p:extLst>
      <p:ext uri="{BB962C8B-B14F-4D97-AF65-F5344CB8AC3E}">
        <p14:creationId xmlns:p14="http://schemas.microsoft.com/office/powerpoint/2010/main" val="1581118885"/>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133FCBD7-5212-47B8-8E91-498C4C62410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B6CF414-3249-475A-8198-0000C8D4C26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44DC97EE-EA07-48D4-845A-E12C207E89D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7E354C83-B10C-40DB-9D85-DAFC5D2D7BC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C3E8D7E-8427-43A5-891C-2C97194FAD5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069</a:t>
            </a:r>
          </a:p>
        </p:txBody>
      </p:sp>
      <p:sp>
        <p:nvSpPr>
          <p:cNvPr id="6" name="">
            <a:extLst xmlns:a="http://schemas.openxmlformats.org/drawingml/2006/main">
              <a:ext uri="{FF2B5EF4-FFF2-40B4-BE49-F238E27FC236}">
                <a16:creationId xmlns:a16="http://schemas.microsoft.com/office/drawing/2014/main" id="{21F037E1-B481-4925-B88A-56091C6090E0}"/>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EB7BA442-CA0A-4CA4-A695-6909BC783F0F}"/>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8AD64A6-DAE7-4756-8100-23FD18CFDE70}"/>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9D10ADEC-058E-4BB1-97CD-29917ED817CF}"/>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832F5795-95FF-4504-AD5A-94D3D3A85181}"/>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D31FE94C-2023-4DAE-AA2D-BE52DC8EF6A6}"/>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custom property</a:t>
            </a:r>
          </a:p>
        </p:txBody>
      </p:sp>
      <p:sp>
        <p:nvSpPr>
          <p:cNvPr id="12" name="">
            <a:extLst xmlns:a="http://schemas.openxmlformats.org/drawingml/2006/main">
              <a:ext uri="{FF2B5EF4-FFF2-40B4-BE49-F238E27FC236}">
                <a16:creationId xmlns:a16="http://schemas.microsoft.com/office/drawing/2014/main" id="{DE9B19AC-0177-4D53-8527-57B03E2EEB20}"/>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grid</a:t>
            </a:r>
          </a:p>
        </p:txBody>
      </p:sp>
      <p:sp>
        <p:nvSpPr>
          <p:cNvPr id="13" name="">
            <a:extLst xmlns:a="http://schemas.openxmlformats.org/drawingml/2006/main">
              <a:ext uri="{FF2B5EF4-FFF2-40B4-BE49-F238E27FC236}">
                <a16:creationId xmlns:a16="http://schemas.microsoft.com/office/drawing/2014/main" id="{78F4A21F-6EF9-44F2-97B8-2BA509149DC6}"/>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focus-visible</a:t>
            </a:r>
          </a:p>
        </p:txBody>
      </p:sp>
      <p:sp>
        <p:nvSpPr>
          <p:cNvPr id="14" name="">
            <a:extLst xmlns:a="http://schemas.openxmlformats.org/drawingml/2006/main">
              <a:ext uri="{FF2B5EF4-FFF2-40B4-BE49-F238E27FC236}">
                <a16:creationId xmlns:a16="http://schemas.microsoft.com/office/drawing/2014/main" id="{0C71D2E8-0D7D-4C18-BF81-D791637EF6B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media query</a:t>
            </a:r>
          </a:p>
        </p:txBody>
      </p:sp>
      <p:sp>
        <p:nvSpPr>
          <p:cNvPr id="15" name="">
            <a:extLst xmlns:a="http://schemas.openxmlformats.org/drawingml/2006/main">
              <a:ext uri="{FF2B5EF4-FFF2-40B4-BE49-F238E27FC236}">
                <a16:creationId xmlns:a16="http://schemas.microsoft.com/office/drawing/2014/main" id="{2757B47B-4496-4D92-A760-5149DD38D8EC}"/>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320 px has no horizontal scroll</a:t>
            </a:r>
          </a:p>
        </p:txBody>
      </p:sp>
      <p:sp>
        <p:nvSpPr>
          <p:cNvPr id="16" name="">
            <a:extLst xmlns:a="http://schemas.openxmlformats.org/drawingml/2006/main">
              <a:ext uri="{FF2B5EF4-FFF2-40B4-BE49-F238E27FC236}">
                <a16:creationId xmlns:a16="http://schemas.microsoft.com/office/drawing/2014/main" id="{E23D7274-32A5-479D-A0BC-C3D72C99FC74}"/>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200% zoom remains usable</a:t>
            </a:r>
          </a:p>
        </p:txBody>
      </p:sp>
      <p:sp>
        <p:nvSpPr>
          <p:cNvPr id="17" name="">
            <a:extLst xmlns:a="http://schemas.openxmlformats.org/drawingml/2006/main">
              <a:ext uri="{FF2B5EF4-FFF2-40B4-BE49-F238E27FC236}">
                <a16:creationId xmlns:a16="http://schemas.microsoft.com/office/drawing/2014/main" id="{C8124301-DE3A-41BB-9BC0-3A2FE2CBE075}"/>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 is always visible</a:t>
            </a:r>
          </a:p>
        </p:txBody>
      </p:sp>
      <p:sp>
        <p:nvSpPr>
          <p:cNvPr id="18" name="">
            <a:extLst xmlns:a="http://schemas.openxmlformats.org/drawingml/2006/main">
              <a:ext uri="{FF2B5EF4-FFF2-40B4-BE49-F238E27FC236}">
                <a16:creationId xmlns:a16="http://schemas.microsoft.com/office/drawing/2014/main" id="{C0772E76-2805-42DD-8A99-0FE3703A1CA6}"/>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Reduced-motion preference is respected</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2.5</a:t>
            </a:r>
          </a:p>
        </p:txBody>
      </p:sp>
    </p:spTree>
    <p:extLst>
      <p:ext uri="{BB962C8B-B14F-4D97-AF65-F5344CB8AC3E}">
        <p14:creationId xmlns:p14="http://schemas.microsoft.com/office/powerpoint/2010/main" val="1775292749"/>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0809B21E-2B56-4A2B-86DE-A49CBB0FC4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16DE96-5693-4137-85E4-D63F9E881FE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97DE9C4-0A60-4FF9-B1D3-A431E6D3F0E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DE686584-42E9-449B-9E47-B512CD4E967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AAADF29-89B0-4685-9461-CADC76656C4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070</a:t>
            </a:r>
          </a:p>
        </p:txBody>
      </p:sp>
      <p:sp>
        <p:nvSpPr>
          <p:cNvPr id="6" name="">
            <a:extLst xmlns:a="http://schemas.openxmlformats.org/drawingml/2006/main">
              <a:ext uri="{FF2B5EF4-FFF2-40B4-BE49-F238E27FC236}">
                <a16:creationId xmlns:a16="http://schemas.microsoft.com/office/drawing/2014/main" id="{C2045075-FB4A-412B-9E76-A9FAEBF4EC6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CBC0A87D-77EE-483A-8BE8-A7737D5F32B7}"/>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589E425-44DE-4C16-9B7C-AB648E83DF1B}"/>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8C93B3D5-DDA5-4626-9AA1-7A4A721E31BE}"/>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Inventory colors, spacing, type sizes and radii; convert repeated values into CSS custom …</a:t>
            </a:r>
          </a:p>
        </p:txBody>
      </p:sp>
      <p:sp>
        <p:nvSpPr>
          <p:cNvPr id="10" name="">
            <a:extLst xmlns:a="http://schemas.openxmlformats.org/drawingml/2006/main">
              <a:ext uri="{FF2B5EF4-FFF2-40B4-BE49-F238E27FC236}">
                <a16:creationId xmlns:a16="http://schemas.microsoft.com/office/drawing/2014/main" id="{4695CD49-98DB-41E4-816C-F0AE3C82644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357D14E1-5373-484C-90A4-28B25478457E}"/>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9D0C8E4F-CF5E-4096-8D62-935CF3A96738}"/>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a mobile-first single-column board and expand to three columns when space allows</a:t>
            </a:r>
          </a:p>
        </p:txBody>
      </p:sp>
      <p:sp>
        <p:nvSpPr>
          <p:cNvPr id="13" name="">
            <a:extLst xmlns:a="http://schemas.openxmlformats.org/drawingml/2006/main">
              <a:ext uri="{FF2B5EF4-FFF2-40B4-BE49-F238E27FC236}">
                <a16:creationId xmlns:a16="http://schemas.microsoft.com/office/drawing/2014/main" id="{5611C7E9-8DE9-494E-8D9B-1B7C92E937A2}"/>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0618C54F-D7AE-4EF7-AC39-712E6825A48A}"/>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00D1BEB0-D631-4617-8FC4-36D2BCC1CC1B}"/>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visible :focus-visible styles and confirm text/background contrast with browser tools</a:t>
            </a:r>
          </a:p>
        </p:txBody>
      </p:sp>
      <p:sp>
        <p:nvSpPr>
          <p:cNvPr id="16" name="">
            <a:extLst xmlns:a="http://schemas.openxmlformats.org/drawingml/2006/main">
              <a:ext uri="{FF2B5EF4-FFF2-40B4-BE49-F238E27FC236}">
                <a16:creationId xmlns:a16="http://schemas.microsoft.com/office/drawing/2014/main" id="{9C056CAD-CB93-465B-9928-B75BBDEFDC5A}"/>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CBF676C5-C3B3-4E56-9B73-F810A5C5D937}"/>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6989E8E8-61BE-4A73-8E44-F744B21148A8}"/>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overflow handling for long task titles and test browser zoom at 200 percent</a:t>
            </a:r>
          </a:p>
        </p:txBody>
      </p:sp>
      <p:sp>
        <p:nvSpPr>
          <p:cNvPr id="19" name="">
            <a:extLst xmlns:a="http://schemas.openxmlformats.org/drawingml/2006/main">
              <a:ext uri="{FF2B5EF4-FFF2-40B4-BE49-F238E27FC236}">
                <a16:creationId xmlns:a16="http://schemas.microsoft.com/office/drawing/2014/main" id="{CE08F58C-9B0A-41BB-9010-43EED822EEE4}"/>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1EBFD"/>
          </a:solidFill>
          <a:ln xmlns:a="http://schemas.openxmlformats.org/drawingml/2006/main" w="14604">
            <a:solidFill>
              <a:srgbClr val="7C3AED"/>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4B96C9AD-1148-42AD-86EC-16ABBA3BAD8C}"/>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B039BBAE-356F-4C8F-B933-9568B994EA66}"/>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Respect prefers-reduced-motion for transitions introduced by the agent</a:t>
            </a:r>
          </a:p>
        </p:txBody>
      </p:sp>
      <p:sp>
        <p:nvSpPr>
          <p:cNvPr id="22" name="">
            <a:extLst xmlns:a="http://schemas.openxmlformats.org/drawingml/2006/main">
              <a:ext uri="{FF2B5EF4-FFF2-40B4-BE49-F238E27FC236}">
                <a16:creationId xmlns:a16="http://schemas.microsoft.com/office/drawing/2014/main" id="{57FE27DD-D745-4AEA-9073-4D8231A61A93}"/>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68E61967-BC3F-4908-AFBF-8C4B746885C3}"/>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8021D8C1-0155-417F-84B5-BD5CB93BC188}"/>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the CSS diff for !important, fixed heights, horizontal scroll and low-contrast …</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2.5</a:t>
            </a:r>
          </a:p>
        </p:txBody>
      </p:sp>
    </p:spTree>
    <p:extLst>
      <p:ext uri="{BB962C8B-B14F-4D97-AF65-F5344CB8AC3E}">
        <p14:creationId xmlns:p14="http://schemas.microsoft.com/office/powerpoint/2010/main" val="1797477560"/>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F754CF57-D4C2-444B-80C2-23981FD688A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9BEEAAA-AB6B-4705-93A5-48CDC7308AB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A8EB5212-9316-44A1-8E07-715B8D3B974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10D228D4-D13A-48E2-A731-E12022EE805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FFDD48CC-1AA9-447E-B9E5-621AA3ECD7D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071</a:t>
            </a:r>
          </a:p>
        </p:txBody>
      </p:sp>
      <p:sp>
        <p:nvSpPr>
          <p:cNvPr id="6" name="">
            <a:extLst xmlns:a="http://schemas.openxmlformats.org/drawingml/2006/main">
              <a:ext uri="{FF2B5EF4-FFF2-40B4-BE49-F238E27FC236}">
                <a16:creationId xmlns:a16="http://schemas.microsoft.com/office/drawing/2014/main" id="{29FEA258-A2FA-4109-AE08-34CF15F426B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05EA0F98-04F8-473B-98FE-7A387D44D30F}"/>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4A864AE1-73B4-4EA8-A2C0-B813853E722F}"/>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E5C6DF8-DEAB-4418-A18A-9C0CF090965F}"/>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Refine SprintBoard CSS using custom properties and mobile-first layout. Requirements: usable at 320px and 1280px, visible focus, 200% zoom, long-title wrapping, no fixed card heights, sufficient contrast, and reduced-motion handling. Preserve semantic HTML and add no framework.</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2.5</a:t>
            </a:r>
          </a:p>
        </p:txBody>
      </p:sp>
    </p:spTree>
    <p:extLst>
      <p:ext uri="{BB962C8B-B14F-4D97-AF65-F5344CB8AC3E}">
        <p14:creationId xmlns:p14="http://schemas.microsoft.com/office/powerpoint/2010/main" val="7703246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561BC19C-8DD3-4123-9EF6-413D277838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315A597-41B0-407E-B8AD-061BAA7AC9F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DB0D9F82-A8B9-49DE-A080-C8148EC6D37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8EE80B97-61D9-4677-AFC0-8A4C5A6D37B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8515BF8-0E8F-4E95-BA1C-FC33A0C5349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072</a:t>
            </a:r>
          </a:p>
        </p:txBody>
      </p:sp>
      <p:sp>
        <p:nvSpPr>
          <p:cNvPr id="6" name="">
            <a:extLst xmlns:a="http://schemas.openxmlformats.org/drawingml/2006/main">
              <a:ext uri="{FF2B5EF4-FFF2-40B4-BE49-F238E27FC236}">
                <a16:creationId xmlns:a16="http://schemas.microsoft.com/office/drawing/2014/main" id="{7E27B174-9358-400D-BC31-730B2134A950}"/>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E42BD47E-419A-4AC3-B249-2B3209EA51D3}"/>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528E050C-32AA-4005-8967-4791D2A2015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0E9CBE04-9888-4966-B83D-EF792E15F81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C4912A3B-C23C-427A-8668-CD7E30C94E41}"/>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Fixed pixel heights clip content</a:t>
            </a:r>
          </a:p>
        </p:txBody>
      </p:sp>
      <p:sp>
        <p:nvSpPr>
          <p:cNvPr id="11" name="">
            <a:extLst xmlns:a="http://schemas.openxmlformats.org/drawingml/2006/main">
              <a:ext uri="{FF2B5EF4-FFF2-40B4-BE49-F238E27FC236}">
                <a16:creationId xmlns:a16="http://schemas.microsoft.com/office/drawing/2014/main" id="{1CDD1945-5C96-4F6B-9FBA-FC730265AA9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EE12C35-AD91-4BF2-8DF2-64971D33E5BB}"/>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EDA7A102-E509-4B1A-9154-EDA6B4D5949C}"/>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Outline removed</a:t>
            </a:r>
          </a:p>
        </p:txBody>
      </p:sp>
      <p:sp>
        <p:nvSpPr>
          <p:cNvPr id="14" name="">
            <a:extLst xmlns:a="http://schemas.openxmlformats.org/drawingml/2006/main">
              <a:ext uri="{FF2B5EF4-FFF2-40B4-BE49-F238E27FC236}">
                <a16:creationId xmlns:a16="http://schemas.microsoft.com/office/drawing/2014/main" id="{03C735BC-ACFE-432F-AA24-897AFCEEC87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60F35415-45EF-4948-9ACA-E7E98B27DCD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7FE1C20-E73A-45D6-9536-7FF683AA5BF0}"/>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Desktop-first overflow</a:t>
            </a:r>
          </a:p>
        </p:txBody>
      </p:sp>
      <p:sp>
        <p:nvSpPr>
          <p:cNvPr id="17" name="">
            <a:extLst xmlns:a="http://schemas.openxmlformats.org/drawingml/2006/main">
              <a:ext uri="{FF2B5EF4-FFF2-40B4-BE49-F238E27FC236}">
                <a16:creationId xmlns:a16="http://schemas.microsoft.com/office/drawing/2014/main" id="{87C8A48C-F32F-4034-99FA-8853841D9F6F}"/>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E8C705A6-A6DC-4236-8A8D-1893D70C8489}"/>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501C320A-11B7-48BA-A654-F6101DFACE09}"/>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Color is the only status cue</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2.5</a:t>
            </a:r>
          </a:p>
        </p:txBody>
      </p:sp>
    </p:spTree>
    <p:extLst>
      <p:ext uri="{BB962C8B-B14F-4D97-AF65-F5344CB8AC3E}">
        <p14:creationId xmlns:p14="http://schemas.microsoft.com/office/powerpoint/2010/main" val="1170848340"/>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1EBFD"/>
          </a:solidFill>
          <a:ln>
            <a:solidFill>
              <a:srgbClr val="F1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340C087A-0B17-4653-91D7-2463BD8FEA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293A135-707C-4010-AB94-4E84A617756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5991CC49-3628-48E7-8EDE-4F00D1E9F63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7552FAFD-BA31-4E81-A820-BD16348D580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F5EE8AB0-6FF3-41E9-94E1-FF8E2232E43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073</a:t>
            </a:r>
          </a:p>
        </p:txBody>
      </p:sp>
      <p:sp>
        <p:nvSpPr>
          <p:cNvPr id="6" name="">
            <a:extLst xmlns:a="http://schemas.openxmlformats.org/drawingml/2006/main">
              <a:ext uri="{FF2B5EF4-FFF2-40B4-BE49-F238E27FC236}">
                <a16:creationId xmlns:a16="http://schemas.microsoft.com/office/drawing/2014/main" id="{5A89A79A-D457-4964-8418-B2E953EA374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FF784A11-B3EC-4EFB-80C6-572555A2699C}"/>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908B6F1-DD98-410D-A40B-EB64C9026D4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ACAD740-EE5C-4758-8E5D-E785EC0F379C}"/>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20166EF0-3776-4F07-A40E-BC75537FF9AB}"/>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60C0B4BA-CDEC-417B-8E00-17D503882368}"/>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320 px has no horizontal scroll</a:t>
            </a:r>
          </a:p>
        </p:txBody>
      </p:sp>
      <p:sp>
        <p:nvSpPr>
          <p:cNvPr id="12" name="">
            <a:extLst xmlns:a="http://schemas.openxmlformats.org/drawingml/2006/main">
              <a:ext uri="{FF2B5EF4-FFF2-40B4-BE49-F238E27FC236}">
                <a16:creationId xmlns:a16="http://schemas.microsoft.com/office/drawing/2014/main" id="{62249E3E-ECF5-4704-9FB3-27BC656A39F0}"/>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200% zoom remains usable</a:t>
            </a:r>
          </a:p>
        </p:txBody>
      </p:sp>
      <p:sp>
        <p:nvSpPr>
          <p:cNvPr id="13" name="">
            <a:extLst xmlns:a="http://schemas.openxmlformats.org/drawingml/2006/main">
              <a:ext uri="{FF2B5EF4-FFF2-40B4-BE49-F238E27FC236}">
                <a16:creationId xmlns:a16="http://schemas.microsoft.com/office/drawing/2014/main" id="{9133ECB6-F393-4181-973C-571BF375F7EB}"/>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 is always visible</a:t>
            </a:r>
          </a:p>
        </p:txBody>
      </p:sp>
      <p:sp>
        <p:nvSpPr>
          <p:cNvPr id="14" name="">
            <a:extLst xmlns:a="http://schemas.openxmlformats.org/drawingml/2006/main">
              <a:ext uri="{FF2B5EF4-FFF2-40B4-BE49-F238E27FC236}">
                <a16:creationId xmlns:a16="http://schemas.microsoft.com/office/drawing/2014/main" id="{0F83D828-4C20-4329-B788-6903CAEF5B7E}"/>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Reduced-motion preference is respected</a:t>
            </a:r>
          </a:p>
        </p:txBody>
      </p:sp>
      <p:sp>
        <p:nvSpPr>
          <p:cNvPr id="15" name="">
            <a:extLst xmlns:a="http://schemas.openxmlformats.org/drawingml/2006/main">
              <a:ext uri="{FF2B5EF4-FFF2-40B4-BE49-F238E27FC236}">
                <a16:creationId xmlns:a16="http://schemas.microsoft.com/office/drawing/2014/main" id="{9909F338-2075-4147-974E-CF323C507B1B}"/>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5447D5A9-96A0-4516-B4F6-5A05FE086327}"/>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A3EA3F10-ECA6-432B-959C-A49975DBB318}"/>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1EBFD"/>
          </a:solidFill>
          <a:ln xmlns:a="http://schemas.openxmlformats.org/drawingml/2006/main" w="14604">
            <a:solidFill>
              <a:srgbClr val="7C3AED"/>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E53A795A-B986-4266-A0C4-04B8D8165123}"/>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7B9F6ABB-7840-4EAE-B63B-51ACE9C9BB68}"/>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7C3AED"/>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1EBFD"/>
                </a:solidFill>
                <a:latin typeface="Arial"/>
              </a:rPr>
              <a:t>2.5</a:t>
            </a:r>
          </a:p>
        </p:txBody>
      </p:sp>
    </p:spTree>
    <p:extLst>
      <p:ext uri="{BB962C8B-B14F-4D97-AF65-F5344CB8AC3E}">
        <p14:creationId xmlns:p14="http://schemas.microsoft.com/office/powerpoint/2010/main" val="15639939"/>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3" name="Oval 32"/>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Rectangle 9"/>
          <p:cNvSpPr/>
          <p:nvPr/>
        </p:nvSpPr>
        <p:spPr>
          <a:xfrm>
            <a:off x="7909560" y="0"/>
            <a:ext cx="4282135" cy="6858000"/>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201168"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6054805-B172-41BF-90E8-1347769316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91ACC5-BF1A-47D5-806D-1B43CD61B673}"/>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F289E3ED-7313-427C-B2D7-463945F733C1}"/>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CEBA64E7-6611-4CFA-879B-F8D0F1ED496D}"/>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Topic 3: State, Hooks and Routing with AI Assistance</a:t>
            </a:r>
          </a:p>
        </p:txBody>
      </p:sp>
      <p:sp>
        <p:nvSpPr>
          <p:cNvPr id="5" name="">
            <a:extLst xmlns:a="http://schemas.openxmlformats.org/drawingml/2006/main">
              <a:ext uri="{FF2B5EF4-FFF2-40B4-BE49-F238E27FC236}">
                <a16:creationId xmlns:a16="http://schemas.microsoft.com/office/drawing/2014/main" id="{8ED65174-B4A6-4933-B4F9-4B04607B77CA}"/>
              </a:ext>
            </a:extLst>
          </p:cNvPr>
          <p:cNvSpPr>
            <a:spLocks xmlns:a="http://schemas.openxmlformats.org/drawingml/2006/main" noGrp="1"/>
          </p:cNvSpPr>
          <p:nvPr/>
        </p:nvSpPr>
        <p:spPr>
          <a:xfrm xmlns:a="http://schemas.openxmlformats.org/drawingml/2006/main">
            <a:off x="800100" y="323850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A6872"/>
                </a:solidFill>
              </a:defRPr>
            </a:pPr>
            <a:r>
              <a:rPr sz="1725" b="0">
                <a:solidFill>
                  <a:srgbClr val="5A6872"/>
                </a:solidFill>
              </a:rPr>
              <a:t>Manage state and effects, build multi-page flows with React Router, fetch data, and refactor generated code safely.</a:t>
            </a:r>
          </a:p>
        </p:txBody>
      </p:sp>
      <p:sp>
        <p:nvSpPr>
          <p:cNvPr id="6" name="">
            <a:extLst xmlns:a="http://schemas.openxmlformats.org/drawingml/2006/main">
              <a:ext uri="{FF2B5EF4-FFF2-40B4-BE49-F238E27FC236}">
                <a16:creationId xmlns:a16="http://schemas.microsoft.com/office/drawing/2014/main" id="{F2A1DAE2-C8F0-45D6-89E9-5CE5236D6F96}"/>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BD85A3C5-1FC4-4A5E-97E0-AE718E6D86A4}"/>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28E7FF66-B82D-470B-92CA-44A0689F69A0}"/>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2.1  •  Agentic AI Loop Engineering</a:t>
            </a:r>
          </a:p>
        </p:txBody>
      </p:sp>
      <p:sp xmlns:a="http://schemas.openxmlformats.org/drawingml/2006/main">
        <p:nvSpPr>
          <p:cNvPr id="11" name="Rounded Rectangle 10"/>
          <p:cNvSpPr/>
          <p:nvPr/>
        </p:nvSpPr>
        <p:spPr>
          <a:xfrm>
            <a:off x="8366760" y="5047488"/>
            <a:ext cx="1051560" cy="658368"/>
          </a:xfrm>
          <a:prstGeom prst="roundRect">
            <a:avLst/>
          </a:prstGeom>
          <a:solidFill>
            <a:srgbClr val="FFFFFF"/>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ounded Rectangle 11"/>
          <p:cNvSpPr/>
          <p:nvPr/>
        </p:nvSpPr>
        <p:spPr>
          <a:xfrm>
            <a:off x="9857232" y="5047488"/>
            <a:ext cx="1051560" cy="658368"/>
          </a:xfrm>
          <a:prstGeom prst="roundRect">
            <a:avLst/>
          </a:prstGeom>
          <a:solidFill>
            <a:srgbClr val="FFFFFF"/>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ounded Rectangle 12"/>
          <p:cNvSpPr/>
          <p:nvPr/>
        </p:nvSpPr>
        <p:spPr>
          <a:xfrm>
            <a:off x="11018520" y="5047488"/>
            <a:ext cx="1051560" cy="658368"/>
          </a:xfrm>
          <a:prstGeom prst="roundRect">
            <a:avLst/>
          </a:prstGeom>
          <a:solidFill>
            <a:srgbClr val="FFFFFF"/>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9418320" y="5340096"/>
            <a:ext cx="438912" cy="731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0908792" y="5340096"/>
            <a:ext cx="109728" cy="731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8522208" y="5212080"/>
            <a:ext cx="749808" cy="219456"/>
          </a:xfrm>
          <a:prstGeom prst="rect">
            <a:avLst/>
          </a:prstGeom>
          <a:noFill/>
        </p:spPr>
        <p:txBody>
          <a:bodyPr wrap="none" lIns="0" rIns="0" tIns="0" bIns="0" anchor="ctr">
            <a:spAutoFit/>
          </a:bodyPr>
          <a:lstStyle/>
          <a:p>
            <a:pPr algn="ctr"/>
            <a:r>
              <a:rPr sz="900" b="1">
                <a:solidFill>
                  <a:srgbClr val="1F6FEB"/>
                </a:solidFill>
                <a:latin typeface="Arial"/>
              </a:rPr>
              <a:t>&lt;/&gt;  CODE</a:t>
            </a:r>
          </a:p>
        </p:txBody>
      </p:sp>
      <p:sp xmlns:a="http://schemas.openxmlformats.org/drawingml/2006/main">
        <p:nvSpPr>
          <p:cNvPr id="17" name="TextBox 16"/>
          <p:cNvSpPr txBox="1"/>
          <p:nvPr/>
        </p:nvSpPr>
        <p:spPr>
          <a:xfrm>
            <a:off x="10003536" y="5212080"/>
            <a:ext cx="749808" cy="219456"/>
          </a:xfrm>
          <a:prstGeom prst="rect">
            <a:avLst/>
          </a:prstGeom>
          <a:noFill/>
        </p:spPr>
        <p:txBody>
          <a:bodyPr wrap="none" lIns="0" rIns="0" tIns="0" bIns="0" anchor="ctr">
            <a:spAutoFit/>
          </a:bodyPr>
          <a:lstStyle/>
          <a:p>
            <a:pPr algn="ctr"/>
            <a:r>
              <a:rPr sz="900" b="1">
                <a:solidFill>
                  <a:srgbClr val="1F6FEB"/>
                </a:solidFill>
                <a:latin typeface="Arial"/>
              </a:rPr>
              <a:t>AI  PLAN</a:t>
            </a:r>
          </a:p>
        </p:txBody>
      </p:sp>
      <p:sp xmlns:a="http://schemas.openxmlformats.org/drawingml/2006/main">
        <p:nvSpPr>
          <p:cNvPr id="18" name="TextBox 17"/>
          <p:cNvSpPr txBox="1"/>
          <p:nvPr/>
        </p:nvSpPr>
        <p:spPr>
          <a:xfrm>
            <a:off x="11173968" y="5212080"/>
            <a:ext cx="640080" cy="219456"/>
          </a:xfrm>
          <a:prstGeom prst="rect">
            <a:avLst/>
          </a:prstGeom>
          <a:noFill/>
        </p:spPr>
        <p:txBody>
          <a:bodyPr wrap="none" lIns="0" rIns="0" tIns="0" bIns="0" anchor="ctr">
            <a:spAutoFit/>
          </a:bodyPr>
          <a:lstStyle/>
          <a:p>
            <a:pPr algn="ctr"/>
            <a:r>
              <a:rPr sz="900" b="1">
                <a:solidFill>
                  <a:srgbClr val="1F6FEB"/>
                </a:solidFill>
                <a:latin typeface="Arial"/>
              </a:rPr>
              <a:t>SHIP</a:t>
            </a:r>
          </a:p>
        </p:txBody>
      </p:sp>
    </p:spTree>
    <p:extLst>
      <p:ext uri="{BB962C8B-B14F-4D97-AF65-F5344CB8AC3E}">
        <p14:creationId xmlns:p14="http://schemas.microsoft.com/office/powerpoint/2010/main" val="38988970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Oval 40"/>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B412E57A-536B-4685-A839-7CA85C1946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385CA25-240E-4465-AE20-F54B32BB1F8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9C7AB15-4D5F-4DF2-822C-16579CE3C14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3</a:t>
            </a:r>
          </a:p>
        </p:txBody>
      </p:sp>
      <p:sp>
        <p:nvSpPr>
          <p:cNvPr id="4" name="">
            <a:extLst xmlns:a="http://schemas.openxmlformats.org/drawingml/2006/main">
              <a:ext uri="{FF2B5EF4-FFF2-40B4-BE49-F238E27FC236}">
                <a16:creationId xmlns:a16="http://schemas.microsoft.com/office/drawing/2014/main" id="{93ADA734-42BD-411B-892F-0D6F2AE2C3F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997A889-7DCA-442A-907E-CEDC5BD41A6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075</a:t>
            </a:r>
          </a:p>
        </p:txBody>
      </p:sp>
      <p:sp>
        <p:nvSpPr>
          <p:cNvPr id="6" name="">
            <a:extLst xmlns:a="http://schemas.openxmlformats.org/drawingml/2006/main">
              <a:ext uri="{FF2B5EF4-FFF2-40B4-BE49-F238E27FC236}">
                <a16:creationId xmlns:a16="http://schemas.microsoft.com/office/drawing/2014/main" id="{0C58045C-6A5D-418E-9599-593421E2B440}"/>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Published topic outcomes</a:t>
            </a:r>
          </a:p>
        </p:txBody>
      </p:sp>
      <p:sp>
        <p:nvSpPr>
          <p:cNvPr id="7" name="">
            <a:extLst xmlns:a="http://schemas.openxmlformats.org/drawingml/2006/main">
              <a:ext uri="{FF2B5EF4-FFF2-40B4-BE49-F238E27FC236}">
                <a16:creationId xmlns:a16="http://schemas.microsoft.com/office/drawing/2014/main" id="{0C0888F7-6890-4479-99DF-483D6FA2BB9A}"/>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Five connected labs; every lab ends in a recoverable checkpoint.</a:t>
            </a:r>
          </a:p>
        </p:txBody>
      </p:sp>
      <p:sp>
        <p:nvSpPr>
          <p:cNvPr id="8" name="">
            <a:extLst xmlns:a="http://schemas.openxmlformats.org/drawingml/2006/main">
              <a:ext uri="{FF2B5EF4-FFF2-40B4-BE49-F238E27FC236}">
                <a16:creationId xmlns:a16="http://schemas.microsoft.com/office/drawing/2014/main" id="{5C5D3C5E-0E02-4D2C-A235-65A9EAE3609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2690667-AABF-4C01-B463-4BE6F7CDD96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0D3DCD10-BD79-4EC6-850C-AB543827D975}"/>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3.1 — Manage Immutable Task State with useState</a:t>
            </a:r>
          </a:p>
        </p:txBody>
      </p:sp>
      <p:sp>
        <p:nvSpPr>
          <p:cNvPr id="11" name="">
            <a:extLst xmlns:a="http://schemas.openxmlformats.org/drawingml/2006/main">
              <a:ext uri="{FF2B5EF4-FFF2-40B4-BE49-F238E27FC236}">
                <a16:creationId xmlns:a16="http://schemas.microsoft.com/office/drawing/2014/main" id="{273CC933-2E24-4590-9C21-D38F260A68A7}"/>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5BD0A6F6-80D2-42DD-8B54-685E4D3CC497}"/>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CBF7D7EA-0A68-4061-8F44-ADC3C242E370}"/>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3.2 — Synchronize and Clean Up Effects</a:t>
            </a:r>
          </a:p>
        </p:txBody>
      </p:sp>
      <p:sp>
        <p:nvSpPr>
          <p:cNvPr id="14" name="">
            <a:extLst xmlns:a="http://schemas.openxmlformats.org/drawingml/2006/main">
              <a:ext uri="{FF2B5EF4-FFF2-40B4-BE49-F238E27FC236}">
                <a16:creationId xmlns:a16="http://schemas.microsoft.com/office/drawing/2014/main" id="{0312EAFE-3768-4F86-BF34-949E04D0FBC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CE53F60C-07FE-4716-A996-9E05A27DA2B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07C383C-1866-4C0D-856A-2C2C99B3A291}"/>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3.3 — Extract a Tested Custom Hook</a:t>
            </a:r>
          </a:p>
        </p:txBody>
      </p:sp>
      <p:sp>
        <p:nvSpPr>
          <p:cNvPr id="17" name="">
            <a:extLst xmlns:a="http://schemas.openxmlformats.org/drawingml/2006/main">
              <a:ext uri="{FF2B5EF4-FFF2-40B4-BE49-F238E27FC236}">
                <a16:creationId xmlns:a16="http://schemas.microsoft.com/office/drawing/2014/main" id="{5B5D50DA-52FD-49E9-B2D9-AB2EDB407111}"/>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28D5375F-453C-44EC-8FF6-96404973C90D}"/>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99405D76-151E-4502-A428-4BC6BFA31332}"/>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3.4 — Add Declarative Routing and Dynamic Task Pages</a:t>
            </a:r>
          </a:p>
        </p:txBody>
      </p:sp>
      <p:sp>
        <p:nvSpPr>
          <p:cNvPr id="20" name="">
            <a:extLst xmlns:a="http://schemas.openxmlformats.org/drawingml/2006/main">
              <a:ext uri="{FF2B5EF4-FFF2-40B4-BE49-F238E27FC236}">
                <a16:creationId xmlns:a16="http://schemas.microsoft.com/office/drawing/2014/main" id="{C7CB2991-41C5-4BB1-B783-7E0FA75066E5}"/>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D5E65406-77DF-4059-A70D-6E75634C4488}"/>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2" name="">
            <a:extLst xmlns:a="http://schemas.openxmlformats.org/drawingml/2006/main">
              <a:ext uri="{FF2B5EF4-FFF2-40B4-BE49-F238E27FC236}">
                <a16:creationId xmlns:a16="http://schemas.microsoft.com/office/drawing/2014/main" id="{402BAD9C-A9C8-414B-A4A4-58B9518737D7}"/>
              </a:ext>
            </a:extLst>
          </p:cNvPr>
          <p:cNvSpPr>
            <a:spLocks xmlns:a="http://schemas.openxmlformats.org/drawingml/2006/main" noGrp="1"/>
          </p:cNvSpPr>
          <p:nvPr/>
        </p:nvSpPr>
        <p:spPr>
          <a:xfrm xmlns:a="http://schemas.openxmlformats.org/drawingml/2006/main">
            <a:off x="1352550" y="49339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3.5 — Fetch API Data with Loading, Empty, Error and Retry States</a:t>
            </a:r>
          </a:p>
        </p:txBody>
      </p:sp>
      <p:sp xmlns:a="http://schemas.openxmlformats.org/drawingml/2006/main">
        <p:nvSpPr>
          <p:cNvPr id="42" name="TextBox 41"/>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1F6FEB"/>
                </a:solidFill>
                <a:latin typeface="Arial"/>
              </a:rPr>
              <a:t>075</a:t>
            </a:r>
          </a:p>
        </p:txBody>
      </p:sp>
    </p:spTree>
    <p:extLst>
      <p:ext uri="{BB962C8B-B14F-4D97-AF65-F5344CB8AC3E}">
        <p14:creationId xmlns:p14="http://schemas.microsoft.com/office/powerpoint/2010/main" val="820024654"/>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0" name="Oval 39"/>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66187DEE-0FBB-4F7E-908F-6615ABF218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CB6E7B1-36CD-422E-87B8-B3FC7E1E55B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C2E8C9D-1F9F-49F7-A843-66F1280CE0E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3</a:t>
            </a:r>
          </a:p>
        </p:txBody>
      </p:sp>
      <p:sp>
        <p:nvSpPr>
          <p:cNvPr id="4" name="">
            <a:extLst xmlns:a="http://schemas.openxmlformats.org/drawingml/2006/main">
              <a:ext uri="{FF2B5EF4-FFF2-40B4-BE49-F238E27FC236}">
                <a16:creationId xmlns:a16="http://schemas.microsoft.com/office/drawing/2014/main" id="{0DD4469E-1383-47DD-B810-CB27422F968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3009C13C-9673-4B4C-A692-F59FFA075DA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076</a:t>
            </a:r>
          </a:p>
        </p:txBody>
      </p:sp>
      <p:sp>
        <p:nvSpPr>
          <p:cNvPr id="6" name="">
            <a:extLst xmlns:a="http://schemas.openxmlformats.org/drawingml/2006/main">
              <a:ext uri="{FF2B5EF4-FFF2-40B4-BE49-F238E27FC236}">
                <a16:creationId xmlns:a16="http://schemas.microsoft.com/office/drawing/2014/main" id="{98735DE5-EBCE-4DB9-9797-6F6EFBE357B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Topic learning journey</a:t>
            </a:r>
          </a:p>
        </p:txBody>
      </p:sp>
      <p:sp>
        <p:nvSpPr>
          <p:cNvPr id="7" name="">
            <a:extLst xmlns:a="http://schemas.openxmlformats.org/drawingml/2006/main">
              <a:ext uri="{FF2B5EF4-FFF2-40B4-BE49-F238E27FC236}">
                <a16:creationId xmlns:a16="http://schemas.microsoft.com/office/drawing/2014/main" id="{B70C4C13-6B05-44FE-A683-275B1483CF37}"/>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D15F501-6BEC-45DF-BFD1-E227A881B9B5}"/>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62ED136F-1161-4F00-B03F-16EDA0EB954F}"/>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3.1 Create, move and delete tasks with functional updates and immutable array transformations.</a:t>
            </a:r>
          </a:p>
        </p:txBody>
      </p:sp>
      <p:sp>
        <p:nvSpPr>
          <p:cNvPr id="10" name="">
            <a:extLst xmlns:a="http://schemas.openxmlformats.org/drawingml/2006/main">
              <a:ext uri="{FF2B5EF4-FFF2-40B4-BE49-F238E27FC236}">
                <a16:creationId xmlns:a16="http://schemas.microsoft.com/office/drawing/2014/main" id="{DD4F3EA1-2EA7-4170-A222-019A1BE181FB}"/>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5EBB296-9453-4EE4-96EF-9BDC8E945A88}"/>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57C38151-0610-4DF4-90D9-446D185887C7}"/>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3.2 Persist tasks locally with guarded parsing and understand effect dependencies and cleanup.</a:t>
            </a:r>
          </a:p>
        </p:txBody>
      </p:sp>
      <p:sp>
        <p:nvSpPr>
          <p:cNvPr id="13" name="">
            <a:extLst xmlns:a="http://schemas.openxmlformats.org/drawingml/2006/main">
              <a:ext uri="{FF2B5EF4-FFF2-40B4-BE49-F238E27FC236}">
                <a16:creationId xmlns:a16="http://schemas.microsoft.com/office/drawing/2014/main" id="{AEAD5C47-7A73-4116-96BA-5D067B68EDFF}"/>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F5236C08-8E5C-4451-80D9-E94C1630D095}"/>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6BE1E069-C697-4657-8439-D69C07588749}"/>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3.3 Separate reusable board logic into a custom hook without sharing state between consumers.</a:t>
            </a:r>
          </a:p>
        </p:txBody>
      </p:sp>
      <p:sp>
        <p:nvSpPr>
          <p:cNvPr id="16" name="">
            <a:extLst xmlns:a="http://schemas.openxmlformats.org/drawingml/2006/main">
              <a:ext uri="{FF2B5EF4-FFF2-40B4-BE49-F238E27FC236}">
                <a16:creationId xmlns:a16="http://schemas.microsoft.com/office/drawing/2014/main" id="{5AA762D7-FF73-4BD6-83D7-147423F194FB}"/>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A02A73D-0BD4-4CA6-8437-9B8B9F7155E6}"/>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D235158B-D8E5-47C0-A85F-7F7062CD3C51}"/>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3.4 Create board, task detail, about and not-found routes with accessible navigation.</a:t>
            </a:r>
          </a:p>
        </p:txBody>
      </p:sp>
      <p:sp>
        <p:nvSpPr>
          <p:cNvPr id="19" name="">
            <a:extLst xmlns:a="http://schemas.openxmlformats.org/drawingml/2006/main">
              <a:ext uri="{FF2B5EF4-FFF2-40B4-BE49-F238E27FC236}">
                <a16:creationId xmlns:a16="http://schemas.microsoft.com/office/drawing/2014/main" id="{B70EE330-AB49-446F-9ED3-348202D3EE90}"/>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690B27A3-AD7B-48F3-BC33-EB7F315BC494}"/>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F0516E1B-6FD9-46D1-85C2-443392ABA393}"/>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3.5 Replace local seed data with a controlled fetch pipeline and resilient user-visible states.</a:t>
            </a:r>
          </a:p>
        </p:txBody>
      </p:sp>
      <p:sp xmlns:a="http://schemas.openxmlformats.org/drawingml/2006/main">
        <p:nvSpPr>
          <p:cNvPr id="41" name="TextBox 40"/>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1F6FEB"/>
                </a:solidFill>
                <a:latin typeface="Arial"/>
              </a:rPr>
              <a:t>076</a:t>
            </a:r>
          </a:p>
        </p:txBody>
      </p:sp>
    </p:spTree>
    <p:extLst>
      <p:ext uri="{BB962C8B-B14F-4D97-AF65-F5344CB8AC3E}">
        <p14:creationId xmlns:p14="http://schemas.microsoft.com/office/powerpoint/2010/main" val="1396362985"/>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8FB916A7-C700-4F4D-9F2D-808D565435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6C6EECA-9291-4BFD-B6B6-6301BD6CF46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FEE09B10-34B3-424C-B5FD-195E4EE1C7F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4145B5A7-DD86-4539-B06A-D34E4EB3709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EBEDDC3E-67E0-4AB6-B209-DBA87431947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077</a:t>
            </a:r>
          </a:p>
        </p:txBody>
      </p:sp>
      <p:sp>
        <p:nvSpPr>
          <p:cNvPr id="6" name="">
            <a:extLst xmlns:a="http://schemas.openxmlformats.org/drawingml/2006/main">
              <a:ext uri="{FF2B5EF4-FFF2-40B4-BE49-F238E27FC236}">
                <a16:creationId xmlns:a16="http://schemas.microsoft.com/office/drawing/2014/main" id="{11096183-D8C4-4FE9-829E-D2547D0D82D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Manage Immutable Task State with useState</a:t>
            </a:r>
          </a:p>
        </p:txBody>
      </p:sp>
      <p:sp>
        <p:nvSpPr>
          <p:cNvPr id="7" name="">
            <a:extLst xmlns:a="http://schemas.openxmlformats.org/drawingml/2006/main">
              <a:ext uri="{FF2B5EF4-FFF2-40B4-BE49-F238E27FC236}">
                <a16:creationId xmlns:a16="http://schemas.microsoft.com/office/drawing/2014/main" id="{81CEA243-E17A-4132-A0B1-EECC164ADD24}"/>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94FA9337-348E-4C58-8973-7B9CC4BFD9C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B70F29E8-FFDA-4087-A2B4-C82AA104499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0CF37231-6620-45C8-829D-ED49D16E8AAB}"/>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move and delete tasks with functional updates and immutable array transformations.</a:t>
            </a:r>
          </a:p>
        </p:txBody>
      </p:sp>
      <p:sp>
        <p:nvSpPr>
          <p:cNvPr id="11" name="">
            <a:extLst xmlns:a="http://schemas.openxmlformats.org/drawingml/2006/main">
              <a:ext uri="{FF2B5EF4-FFF2-40B4-BE49-F238E27FC236}">
                <a16:creationId xmlns:a16="http://schemas.microsoft.com/office/drawing/2014/main" id="{2AD12FF5-35C2-43D8-94CD-BDE41C8644FD}"/>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DB69FD5-85EC-42A1-884C-1C7EBC54F40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8F786394-4FEC-448A-B18F-439DB06EF26E}"/>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src/App.tsx, src/lib/taskTransitions.ts</a:t>
            </a:r>
          </a:p>
        </p:txBody>
      </p:sp>
      <p:sp>
        <p:nvSpPr>
          <p:cNvPr id="14" name="">
            <a:extLst xmlns:a="http://schemas.openxmlformats.org/drawingml/2006/main">
              <a:ext uri="{FF2B5EF4-FFF2-40B4-BE49-F238E27FC236}">
                <a16:creationId xmlns:a16="http://schemas.microsoft.com/office/drawing/2014/main" id="{451A6ABA-0302-40FB-A717-97A733CE753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05B9FC19-6CF4-4332-898D-6A9A79905E5A}"/>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A57D520-3480-4A62-AA6D-5A537F0C99D5}"/>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3.1</a:t>
            </a:r>
          </a:p>
        </p:txBody>
      </p:sp>
    </p:spTree>
    <p:extLst>
      <p:ext uri="{BB962C8B-B14F-4D97-AF65-F5344CB8AC3E}">
        <p14:creationId xmlns:p14="http://schemas.microsoft.com/office/powerpoint/2010/main" val="1512494963"/>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72FD259-956A-4D13-8194-28FFE9488E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BF0B709-0D52-472B-B828-7CB8BE4B90C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E374225-49BB-4835-B506-14B1B27C73A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D86C644E-05B2-469D-87CC-AD87FD935C1D}"/>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3DA15209-0778-4F16-B931-E8B3D99AF60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078</a:t>
            </a:r>
          </a:p>
        </p:txBody>
      </p:sp>
      <p:sp>
        <p:nvSpPr>
          <p:cNvPr id="6" name="">
            <a:extLst xmlns:a="http://schemas.openxmlformats.org/drawingml/2006/main">
              <a:ext uri="{FF2B5EF4-FFF2-40B4-BE49-F238E27FC236}">
                <a16:creationId xmlns:a16="http://schemas.microsoft.com/office/drawing/2014/main" id="{CCA0BBC7-1455-4052-849A-C292C362965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73019426-FC0C-43D0-A89C-3F5F3FA9A6AC}"/>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6190B56-9048-426D-98AC-B24C2F97A4DD}"/>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E5BD106B-7CBF-465E-8772-C5D2B5326B6C}"/>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0072AAD5-2A50-4FF5-90BC-35A72A978148}"/>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07BB79FF-8F4E-4FFD-9239-E252F9B8ADD9}"/>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state snapshot</a:t>
            </a:r>
          </a:p>
        </p:txBody>
      </p:sp>
      <p:sp>
        <p:nvSpPr>
          <p:cNvPr id="12" name="">
            <a:extLst xmlns:a="http://schemas.openxmlformats.org/drawingml/2006/main">
              <a:ext uri="{FF2B5EF4-FFF2-40B4-BE49-F238E27FC236}">
                <a16:creationId xmlns:a16="http://schemas.microsoft.com/office/drawing/2014/main" id="{477E1627-DA6C-4DD6-9807-80A382E1752A}"/>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functional update</a:t>
            </a:r>
          </a:p>
        </p:txBody>
      </p:sp>
      <p:sp>
        <p:nvSpPr>
          <p:cNvPr id="13" name="">
            <a:extLst xmlns:a="http://schemas.openxmlformats.org/drawingml/2006/main">
              <a:ext uri="{FF2B5EF4-FFF2-40B4-BE49-F238E27FC236}">
                <a16:creationId xmlns:a16="http://schemas.microsoft.com/office/drawing/2014/main" id="{FD8ABDD0-FFD0-4EDA-A4F4-F9618545B403}"/>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immutability</a:t>
            </a:r>
          </a:p>
        </p:txBody>
      </p:sp>
      <p:sp>
        <p:nvSpPr>
          <p:cNvPr id="14" name="">
            <a:extLst xmlns:a="http://schemas.openxmlformats.org/drawingml/2006/main">
              <a:ext uri="{FF2B5EF4-FFF2-40B4-BE49-F238E27FC236}">
                <a16:creationId xmlns:a16="http://schemas.microsoft.com/office/drawing/2014/main" id="{CF6D54D6-5512-4C44-BAC0-84C1499381A3}"/>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derived state</a:t>
            </a:r>
          </a:p>
        </p:txBody>
      </p:sp>
      <p:sp>
        <p:nvSpPr>
          <p:cNvPr id="15" name="">
            <a:extLst xmlns:a="http://schemas.openxmlformats.org/drawingml/2006/main">
              <a:ext uri="{FF2B5EF4-FFF2-40B4-BE49-F238E27FC236}">
                <a16:creationId xmlns:a16="http://schemas.microsoft.com/office/drawing/2014/main" id="{2B53F883-7618-41BC-8BB9-5CC49C7EF689}"/>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Rapid updates are not lost</a:t>
            </a:r>
          </a:p>
        </p:txBody>
      </p:sp>
      <p:sp>
        <p:nvSpPr>
          <p:cNvPr id="16" name="">
            <a:extLst xmlns:a="http://schemas.openxmlformats.org/drawingml/2006/main">
              <a:ext uri="{FF2B5EF4-FFF2-40B4-BE49-F238E27FC236}">
                <a16:creationId xmlns:a16="http://schemas.microsoft.com/office/drawing/2014/main" id="{3B1C6CF7-E0C0-4CAC-A9B6-60EA4CC493C5}"/>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Original arrays are unchanged</a:t>
            </a:r>
          </a:p>
        </p:txBody>
      </p:sp>
      <p:sp>
        <p:nvSpPr>
          <p:cNvPr id="17" name="">
            <a:extLst xmlns:a="http://schemas.openxmlformats.org/drawingml/2006/main">
              <a:ext uri="{FF2B5EF4-FFF2-40B4-BE49-F238E27FC236}">
                <a16:creationId xmlns:a16="http://schemas.microsoft.com/office/drawing/2014/main" id="{A7F94316-50E3-49E2-82E4-A7053E4B0588}"/>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Filter follows source state</a:t>
            </a:r>
          </a:p>
        </p:txBody>
      </p:sp>
      <p:sp>
        <p:nvSpPr>
          <p:cNvPr id="18" name="">
            <a:extLst xmlns:a="http://schemas.openxmlformats.org/drawingml/2006/main">
              <a:ext uri="{FF2B5EF4-FFF2-40B4-BE49-F238E27FC236}">
                <a16:creationId xmlns:a16="http://schemas.microsoft.com/office/drawing/2014/main" id="{268BAB7B-32CF-4090-8577-0EC1430C551F}"/>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Transitions stop at Done</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3.1</a:t>
            </a:r>
          </a:p>
        </p:txBody>
      </p:sp>
    </p:spTree>
    <p:extLst>
      <p:ext uri="{BB962C8B-B14F-4D97-AF65-F5344CB8AC3E}">
        <p14:creationId xmlns:p14="http://schemas.microsoft.com/office/powerpoint/2010/main" val="1325845643"/>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452A84DF-E8D6-4044-BC94-25734FE2CD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B541C74-6240-4B37-897D-EB638226976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C46643F-01D4-4B72-A620-A4C32D007BF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F4002678-6950-4C21-84B0-997DBB57B23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416D306-21AC-42B8-AB8E-15A348B36B0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079</a:t>
            </a:r>
          </a:p>
        </p:txBody>
      </p:sp>
      <p:sp>
        <p:nvSpPr>
          <p:cNvPr id="6" name="">
            <a:extLst xmlns:a="http://schemas.openxmlformats.org/drawingml/2006/main">
              <a:ext uri="{FF2B5EF4-FFF2-40B4-BE49-F238E27FC236}">
                <a16:creationId xmlns:a16="http://schemas.microsoft.com/office/drawing/2014/main" id="{EEB10A2F-3F15-4ACB-8536-83C63D82EF9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6576C520-54B1-413C-AA77-616811255CD7}"/>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E2A967E-28B8-4F8B-8394-76CAF07C72C4}"/>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FB6C740C-1D7B-43FE-9749-978D45C134B4}"/>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Move the initial tasks into useState and keep filters as derived data rather than a second …</a:t>
            </a:r>
          </a:p>
        </p:txBody>
      </p:sp>
      <p:sp>
        <p:nvSpPr>
          <p:cNvPr id="10" name="">
            <a:extLst xmlns:a="http://schemas.openxmlformats.org/drawingml/2006/main">
              <a:ext uri="{FF2B5EF4-FFF2-40B4-BE49-F238E27FC236}">
                <a16:creationId xmlns:a16="http://schemas.microsoft.com/office/drawing/2014/main" id="{067507A9-C767-4894-846F-5FD76566BF1E}"/>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AF45A0E-6746-4C80-BD53-64E2ECA08F45}"/>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A1FF09D7-84D9-460C-9DB5-2D553A4B94C4}"/>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Write pure create, move and delete transition helpers before connecting buttons</a:t>
            </a:r>
          </a:p>
        </p:txBody>
      </p:sp>
      <p:sp>
        <p:nvSpPr>
          <p:cNvPr id="13" name="">
            <a:extLst xmlns:a="http://schemas.openxmlformats.org/drawingml/2006/main">
              <a:ext uri="{FF2B5EF4-FFF2-40B4-BE49-F238E27FC236}">
                <a16:creationId xmlns:a16="http://schemas.microsoft.com/office/drawing/2014/main" id="{8C09F721-59AF-4340-B26A-AF8337902924}"/>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F6F560C0-1CD3-4D53-9DBA-70ACFE313946}"/>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49FD0F92-6A44-4D46-8037-0B5DD6062AED}"/>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Use functional state updates whenever the next value depends on the previous array</a:t>
            </a:r>
          </a:p>
        </p:txBody>
      </p:sp>
      <p:sp>
        <p:nvSpPr>
          <p:cNvPr id="16" name="">
            <a:extLst xmlns:a="http://schemas.openxmlformats.org/drawingml/2006/main">
              <a:ext uri="{FF2B5EF4-FFF2-40B4-BE49-F238E27FC236}">
                <a16:creationId xmlns:a16="http://schemas.microsoft.com/office/drawing/2014/main" id="{4F926600-2DDA-4DD7-93CD-0238980F57FB}"/>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557A5CB-9A13-4D16-B793-0EA523330185}"/>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738649C7-8591-474A-B725-4D5CFD5A7A0A}"/>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the agent diff for push, splice, direct property assignment and stale closure reads</a:t>
            </a:r>
          </a:p>
        </p:txBody>
      </p:sp>
      <p:sp>
        <p:nvSpPr>
          <p:cNvPr id="19" name="">
            <a:extLst xmlns:a="http://schemas.openxmlformats.org/drawingml/2006/main">
              <a:ext uri="{FF2B5EF4-FFF2-40B4-BE49-F238E27FC236}">
                <a16:creationId xmlns:a16="http://schemas.microsoft.com/office/drawing/2014/main" id="{4B7251C9-E8C6-4764-A2E5-B570CD9A982E}"/>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72422956-A1B6-4F71-AC54-D00B4BA6A31D}"/>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A0E7BB64-12E5-4EF7-A527-38C47BF8F2C0}"/>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 two rapid moves, delete after filter, duplicate title and empty-column behavior</a:t>
            </a:r>
          </a:p>
        </p:txBody>
      </p:sp>
      <p:sp>
        <p:nvSpPr>
          <p:cNvPr id="22" name="">
            <a:extLst xmlns:a="http://schemas.openxmlformats.org/drawingml/2006/main">
              <a:ext uri="{FF2B5EF4-FFF2-40B4-BE49-F238E27FC236}">
                <a16:creationId xmlns:a16="http://schemas.microsoft.com/office/drawing/2014/main" id="{FE2F9656-4E05-4718-A60D-7DE0BB011F3C}"/>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84775DF6-875E-4AB8-8CC1-569FE360B5CB}"/>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C1F938AA-614B-43A4-88F8-7D28A52B1437}"/>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Explain why state behaves as a snapshot, then lint, type-check and build</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3.1</a:t>
            </a:r>
          </a:p>
        </p:txBody>
      </p:sp>
    </p:spTree>
    <p:extLst>
      <p:ext uri="{BB962C8B-B14F-4D97-AF65-F5344CB8AC3E}">
        <p14:creationId xmlns:p14="http://schemas.microsoft.com/office/powerpoint/2010/main" val="852278095"/>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6A1F97C-1EE8-487D-8027-1BC0B96AE4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5948B1B-8F0B-4ACC-A0B2-F20872B0D3F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7D2AF8C4-006E-46C9-B93D-2FCD778D506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409FC4A3-E9BF-47E5-8F60-49D94B0338F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B488FF2-30D1-423F-848C-23486E228F6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080</a:t>
            </a:r>
          </a:p>
        </p:txBody>
      </p:sp>
      <p:sp>
        <p:nvSpPr>
          <p:cNvPr id="6" name="">
            <a:extLst xmlns:a="http://schemas.openxmlformats.org/drawingml/2006/main">
              <a:ext uri="{FF2B5EF4-FFF2-40B4-BE49-F238E27FC236}">
                <a16:creationId xmlns:a16="http://schemas.microsoft.com/office/drawing/2014/main" id="{6080E0E7-C30F-42FB-8978-C8574990253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86271592-7A97-44C4-8420-754A621CF18D}"/>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CBACA5C5-E822-45E6-A03B-FA49CE4757D9}"/>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92211F39-3CCE-460C-AC08-F69BC9B4AB76}"/>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Add task create, move-forward and delete behavior with useState. Use pure immutable transition helpers and functional updates. Do not store filtered tasks in state. Preserve stable IDs and status order. Include tests or console-free verification examples for transition edge cases.</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3.1</a:t>
            </a:r>
          </a:p>
        </p:txBody>
      </p:sp>
    </p:spTree>
    <p:extLst>
      <p:ext uri="{BB962C8B-B14F-4D97-AF65-F5344CB8AC3E}">
        <p14:creationId xmlns:p14="http://schemas.microsoft.com/office/powerpoint/2010/main" val="1549600316"/>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51AE156-E8F2-445B-A22D-2DB4AE1A35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546C674-C8F4-4AA9-900D-B6FCC68CFF5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C1EADBD-2F5B-457C-80EE-3AB94C31A8F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B237CB72-0AE0-4439-B083-8E3E7C98BBAC}"/>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D2BA5782-769D-447F-93D7-9EF72BD131D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081</a:t>
            </a:r>
          </a:p>
        </p:txBody>
      </p:sp>
      <p:sp>
        <p:nvSpPr>
          <p:cNvPr id="6" name="">
            <a:extLst xmlns:a="http://schemas.openxmlformats.org/drawingml/2006/main">
              <a:ext uri="{FF2B5EF4-FFF2-40B4-BE49-F238E27FC236}">
                <a16:creationId xmlns:a16="http://schemas.microsoft.com/office/drawing/2014/main" id="{F760710F-9E8A-4A31-9AE9-5B7C5959645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C68DA52E-84AF-45E4-A185-9AB65BB335B8}"/>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66927D90-205B-4F19-B48C-A63F8B8625A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7DCC152-8CFD-4B3A-A592-A7E2E7BD7F4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868BFB11-4A84-4A71-B175-6383250BAB6F}"/>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tasks.push mutates state</a:t>
            </a:r>
          </a:p>
        </p:txBody>
      </p:sp>
      <p:sp>
        <p:nvSpPr>
          <p:cNvPr id="11" name="">
            <a:extLst xmlns:a="http://schemas.openxmlformats.org/drawingml/2006/main">
              <a:ext uri="{FF2B5EF4-FFF2-40B4-BE49-F238E27FC236}">
                <a16:creationId xmlns:a16="http://schemas.microsoft.com/office/drawing/2014/main" id="{7F5F17BA-F7B9-4839-87CB-5104E9D78E4A}"/>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ED12432E-1750-45CE-9F31-5A52AEAB58A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A1800A5D-EC9F-43DE-81DE-D49679011697}"/>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Duplicated filtered state drifts</a:t>
            </a:r>
          </a:p>
        </p:txBody>
      </p:sp>
      <p:sp>
        <p:nvSpPr>
          <p:cNvPr id="14" name="">
            <a:extLst xmlns:a="http://schemas.openxmlformats.org/drawingml/2006/main">
              <a:ext uri="{FF2B5EF4-FFF2-40B4-BE49-F238E27FC236}">
                <a16:creationId xmlns:a16="http://schemas.microsoft.com/office/drawing/2014/main" id="{2603CA08-4C4F-4C08-88B3-E43E812DCBAD}"/>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4303A843-1AA9-4820-BA0A-4D4357F908E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76083DF-5241-4427-9159-F47EE07E5AC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setTasks([...tasks]) uses stale closure</a:t>
            </a:r>
          </a:p>
        </p:txBody>
      </p:sp>
      <p:sp>
        <p:nvSpPr>
          <p:cNvPr id="17" name="">
            <a:extLst xmlns:a="http://schemas.openxmlformats.org/drawingml/2006/main">
              <a:ext uri="{FF2B5EF4-FFF2-40B4-BE49-F238E27FC236}">
                <a16:creationId xmlns:a16="http://schemas.microsoft.com/office/drawing/2014/main" id="{A086E68B-783C-4A67-A18B-609E96CCD1D3}"/>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98C34399-875F-43A1-B115-CF2F2CD9917C}"/>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02C512C9-7321-4C1A-B34E-B3E75515BA88}"/>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Index used as identity</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3.1</a:t>
            </a:r>
          </a:p>
        </p:txBody>
      </p:sp>
    </p:spTree>
    <p:extLst>
      <p:ext uri="{BB962C8B-B14F-4D97-AF65-F5344CB8AC3E}">
        <p14:creationId xmlns:p14="http://schemas.microsoft.com/office/powerpoint/2010/main" val="340961309"/>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369D8CF0-AED4-4EB8-9D41-7639C68E9B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DF16D9A-82AF-48B6-B597-31B3841927E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DF89661-6124-454E-9F57-1C801676B8E2}"/>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38683E2C-9861-46D5-9973-0BA0910B7A1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10CC152F-98AE-4570-9B7E-4E6F785A978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082</a:t>
            </a:r>
          </a:p>
        </p:txBody>
      </p:sp>
      <p:sp>
        <p:nvSpPr>
          <p:cNvPr id="6" name="">
            <a:extLst xmlns:a="http://schemas.openxmlformats.org/drawingml/2006/main">
              <a:ext uri="{FF2B5EF4-FFF2-40B4-BE49-F238E27FC236}">
                <a16:creationId xmlns:a16="http://schemas.microsoft.com/office/drawing/2014/main" id="{8673261D-6CCF-42BC-BCFC-71042AC1874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C283867F-1701-45C2-9872-D789596FC624}"/>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FF00FDE-9707-4F10-9CEE-E98F8FE6904A}"/>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D95B995-7087-4F5C-80E3-FF4816041A8D}"/>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BA9BBE5B-DC0E-4B07-880B-773F8B130A9C}"/>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B9E38E46-E415-478F-B272-960C4CEBBC00}"/>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Rapid updates are not lost</a:t>
            </a:r>
          </a:p>
        </p:txBody>
      </p:sp>
      <p:sp>
        <p:nvSpPr>
          <p:cNvPr id="12" name="">
            <a:extLst xmlns:a="http://schemas.openxmlformats.org/drawingml/2006/main">
              <a:ext uri="{FF2B5EF4-FFF2-40B4-BE49-F238E27FC236}">
                <a16:creationId xmlns:a16="http://schemas.microsoft.com/office/drawing/2014/main" id="{B1C22143-A996-4972-9A8D-A54453D76150}"/>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Original arrays are unchanged</a:t>
            </a:r>
          </a:p>
        </p:txBody>
      </p:sp>
      <p:sp>
        <p:nvSpPr>
          <p:cNvPr id="13" name="">
            <a:extLst xmlns:a="http://schemas.openxmlformats.org/drawingml/2006/main">
              <a:ext uri="{FF2B5EF4-FFF2-40B4-BE49-F238E27FC236}">
                <a16:creationId xmlns:a16="http://schemas.microsoft.com/office/drawing/2014/main" id="{D33C05C9-5578-4EE0-8749-1E1FD3D5F8E6}"/>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Filter follows source state</a:t>
            </a:r>
          </a:p>
        </p:txBody>
      </p:sp>
      <p:sp>
        <p:nvSpPr>
          <p:cNvPr id="14" name="">
            <a:extLst xmlns:a="http://schemas.openxmlformats.org/drawingml/2006/main">
              <a:ext uri="{FF2B5EF4-FFF2-40B4-BE49-F238E27FC236}">
                <a16:creationId xmlns:a16="http://schemas.microsoft.com/office/drawing/2014/main" id="{8A783FD7-7F83-45A5-9DD3-BC0E210EA33C}"/>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Transitions stop at Done</a:t>
            </a:r>
          </a:p>
        </p:txBody>
      </p:sp>
      <p:sp>
        <p:nvSpPr>
          <p:cNvPr id="15" name="">
            <a:extLst xmlns:a="http://schemas.openxmlformats.org/drawingml/2006/main">
              <a:ext uri="{FF2B5EF4-FFF2-40B4-BE49-F238E27FC236}">
                <a16:creationId xmlns:a16="http://schemas.microsoft.com/office/drawing/2014/main" id="{00F88DC7-4AF4-4044-AADD-D1C699F3B6B5}"/>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47ED4192-337A-4DB0-A446-2DA37E905DC4}"/>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299A000C-25DE-4FE3-A50E-CAA27092D1B2}"/>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3E522ECC-C4E7-46A3-A875-FCFADA889697}"/>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C3B11F2E-FCCC-4DFA-B49F-2C2C3F59D970}"/>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3.1</a:t>
            </a:r>
          </a:p>
        </p:txBody>
      </p:sp>
    </p:spTree>
    <p:extLst>
      <p:ext uri="{BB962C8B-B14F-4D97-AF65-F5344CB8AC3E}">
        <p14:creationId xmlns:p14="http://schemas.microsoft.com/office/powerpoint/2010/main" val="1386879796"/>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5DB8D373-8306-49D6-8B92-1C50F5949F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CA10E03-8AC1-4E2A-9783-C23130B9874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50905C55-13FA-4322-A214-64A86BC0A4E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E55B7CE3-E8C4-42F8-9054-9FBC5BA3E264}"/>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36E722A-F895-4D7A-99AF-1F3E1A00662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083</a:t>
            </a:r>
          </a:p>
        </p:txBody>
      </p:sp>
      <p:sp>
        <p:nvSpPr>
          <p:cNvPr id="6" name="">
            <a:extLst xmlns:a="http://schemas.openxmlformats.org/drawingml/2006/main">
              <a:ext uri="{FF2B5EF4-FFF2-40B4-BE49-F238E27FC236}">
                <a16:creationId xmlns:a16="http://schemas.microsoft.com/office/drawing/2014/main" id="{EA7EB5F3-1EE9-4461-A0B9-7062462AC8F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Synchronize and Clean Up Effects</a:t>
            </a:r>
          </a:p>
        </p:txBody>
      </p:sp>
      <p:sp>
        <p:nvSpPr>
          <p:cNvPr id="7" name="">
            <a:extLst xmlns:a="http://schemas.openxmlformats.org/drawingml/2006/main">
              <a:ext uri="{FF2B5EF4-FFF2-40B4-BE49-F238E27FC236}">
                <a16:creationId xmlns:a16="http://schemas.microsoft.com/office/drawing/2014/main" id="{3A966C93-465C-48A8-9EF8-4FB3899A6BD6}"/>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A76F0700-B5D4-42EB-AAB5-114428E1A7B9}"/>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AE94D458-BC87-418A-9321-D066456B59A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FF279A4D-8D44-4E5E-AC6B-A1ADFFFBB370}"/>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Persist tasks locally with guarded parsing and understand effect dependencies and cleanup.</a:t>
            </a:r>
          </a:p>
        </p:txBody>
      </p:sp>
      <p:sp>
        <p:nvSpPr>
          <p:cNvPr id="11" name="">
            <a:extLst xmlns:a="http://schemas.openxmlformats.org/drawingml/2006/main">
              <a:ext uri="{FF2B5EF4-FFF2-40B4-BE49-F238E27FC236}">
                <a16:creationId xmlns:a16="http://schemas.microsoft.com/office/drawing/2014/main" id="{8242EE10-B9F6-4968-8D70-2604D58F1C5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EF1815DD-6213-4EFE-A631-F0E90D13E78E}"/>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197C48EE-7A8C-4B08-8B67-C497860D2B74}"/>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src/hooks/usePersistentTasks.ts</a:t>
            </a:r>
          </a:p>
        </p:txBody>
      </p:sp>
      <p:sp>
        <p:nvSpPr>
          <p:cNvPr id="14" name="">
            <a:extLst xmlns:a="http://schemas.openxmlformats.org/drawingml/2006/main">
              <a:ext uri="{FF2B5EF4-FFF2-40B4-BE49-F238E27FC236}">
                <a16:creationId xmlns:a16="http://schemas.microsoft.com/office/drawing/2014/main" id="{3AB51DA8-7EAE-42AC-BC44-62339B34BC5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21306C03-8F3C-4937-8053-EF8973376D6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CBEED5BE-EADE-42AC-B1E0-F2DEFE67A8C4}"/>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3.2</a:t>
            </a:r>
          </a:p>
        </p:txBody>
      </p:sp>
    </p:spTree>
    <p:extLst>
      <p:ext uri="{BB962C8B-B14F-4D97-AF65-F5344CB8AC3E}">
        <p14:creationId xmlns:p14="http://schemas.microsoft.com/office/powerpoint/2010/main" val="213206693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B2B97B2B-D6CC-4891-BF70-FA79592FA2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C5F6846-0978-4B13-B92F-4ABADF1CF8B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493000D6-C2E2-432A-8ECF-0058AD48ADB1}"/>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FAB6BD29-B905-48D8-88CC-855DF1ED7A6D}"/>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19E404B3-ABD6-4F5E-ACBC-AFF89CD6B45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084</a:t>
            </a:r>
          </a:p>
        </p:txBody>
      </p:sp>
      <p:sp>
        <p:nvSpPr>
          <p:cNvPr id="6" name="">
            <a:extLst xmlns:a="http://schemas.openxmlformats.org/drawingml/2006/main">
              <a:ext uri="{FF2B5EF4-FFF2-40B4-BE49-F238E27FC236}">
                <a16:creationId xmlns:a16="http://schemas.microsoft.com/office/drawing/2014/main" id="{A09F098E-ACBA-4FAC-B2D4-27167E05E0A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9A1831C6-9E34-466A-BB18-C414B545628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1C83AC65-0B26-4E68-B8A7-F17ECB87414C}"/>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B5C8221-DD5D-4683-8928-26C5A5B6B60B}"/>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C5699C36-72DF-48A8-BF6F-DF036C8504B3}"/>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D3B894E3-84E4-4462-8AB8-9BA8F8421F7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useEffect</a:t>
            </a:r>
          </a:p>
        </p:txBody>
      </p:sp>
      <p:sp>
        <p:nvSpPr>
          <p:cNvPr id="12" name="">
            <a:extLst xmlns:a="http://schemas.openxmlformats.org/drawingml/2006/main">
              <a:ext uri="{FF2B5EF4-FFF2-40B4-BE49-F238E27FC236}">
                <a16:creationId xmlns:a16="http://schemas.microsoft.com/office/drawing/2014/main" id="{551D697C-4AD7-4302-8FEA-BE0F430407B9}"/>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dependency</a:t>
            </a:r>
          </a:p>
        </p:txBody>
      </p:sp>
      <p:sp>
        <p:nvSpPr>
          <p:cNvPr id="13" name="">
            <a:extLst xmlns:a="http://schemas.openxmlformats.org/drawingml/2006/main">
              <a:ext uri="{FF2B5EF4-FFF2-40B4-BE49-F238E27FC236}">
                <a16:creationId xmlns:a16="http://schemas.microsoft.com/office/drawing/2014/main" id="{CC42FED3-A65F-4AC1-8369-38386C0ADE71}"/>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cleanup</a:t>
            </a:r>
          </a:p>
        </p:txBody>
      </p:sp>
      <p:sp>
        <p:nvSpPr>
          <p:cNvPr id="14" name="">
            <a:extLst xmlns:a="http://schemas.openxmlformats.org/drawingml/2006/main">
              <a:ext uri="{FF2B5EF4-FFF2-40B4-BE49-F238E27FC236}">
                <a16:creationId xmlns:a16="http://schemas.microsoft.com/office/drawing/2014/main" id="{806A89C8-331C-4C98-AA44-64BAD9A9E689}"/>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localStorage</a:t>
            </a:r>
          </a:p>
        </p:txBody>
      </p:sp>
      <p:sp>
        <p:nvSpPr>
          <p:cNvPr id="15" name="">
            <a:extLst xmlns:a="http://schemas.openxmlformats.org/drawingml/2006/main">
              <a:ext uri="{FF2B5EF4-FFF2-40B4-BE49-F238E27FC236}">
                <a16:creationId xmlns:a16="http://schemas.microsoft.com/office/drawing/2014/main" id="{853C4D9B-8FBB-4C20-9934-086D826DF915}"/>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Reload restores tasks</a:t>
            </a:r>
          </a:p>
        </p:txBody>
      </p:sp>
      <p:sp>
        <p:nvSpPr>
          <p:cNvPr id="16" name="">
            <a:extLst xmlns:a="http://schemas.openxmlformats.org/drawingml/2006/main">
              <a:ext uri="{FF2B5EF4-FFF2-40B4-BE49-F238E27FC236}">
                <a16:creationId xmlns:a16="http://schemas.microsoft.com/office/drawing/2014/main" id="{7DF9B6C2-0552-4B57-865A-8E1B03FB3DBF}"/>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Malformed data recovers</a:t>
            </a:r>
          </a:p>
        </p:txBody>
      </p:sp>
      <p:sp>
        <p:nvSpPr>
          <p:cNvPr id="17" name="">
            <a:extLst xmlns:a="http://schemas.openxmlformats.org/drawingml/2006/main">
              <a:ext uri="{FF2B5EF4-FFF2-40B4-BE49-F238E27FC236}">
                <a16:creationId xmlns:a16="http://schemas.microsoft.com/office/drawing/2014/main" id="{490FDF5D-553C-41E1-8FA7-6B96A1549083}"/>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effect loop</a:t>
            </a:r>
          </a:p>
        </p:txBody>
      </p:sp>
      <p:sp>
        <p:nvSpPr>
          <p:cNvPr id="18" name="">
            <a:extLst xmlns:a="http://schemas.openxmlformats.org/drawingml/2006/main">
              <a:ext uri="{FF2B5EF4-FFF2-40B4-BE49-F238E27FC236}">
                <a16:creationId xmlns:a16="http://schemas.microsoft.com/office/drawing/2014/main" id="{EB09234F-E1BA-49FE-BDE5-6503C6F42516}"/>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Dependencies can be explained</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3.2</a:t>
            </a:r>
          </a:p>
        </p:txBody>
      </p:sp>
    </p:spTree>
    <p:extLst>
      <p:ext uri="{BB962C8B-B14F-4D97-AF65-F5344CB8AC3E}">
        <p14:creationId xmlns:p14="http://schemas.microsoft.com/office/powerpoint/2010/main" val="489715040"/>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853F8050-E8B0-4AFC-A919-6D0E2557B9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A6F17FA-EEEF-4C51-B08C-3D329412AE7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0D41205-276F-4E70-900F-953F62A6A0E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49554398-6F6B-4E70-A454-383C34A1FE44}"/>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8C3F4350-030D-4582-97F3-A2720906C1A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085</a:t>
            </a:r>
          </a:p>
        </p:txBody>
      </p:sp>
      <p:sp>
        <p:nvSpPr>
          <p:cNvPr id="6" name="">
            <a:extLst xmlns:a="http://schemas.openxmlformats.org/drawingml/2006/main">
              <a:ext uri="{FF2B5EF4-FFF2-40B4-BE49-F238E27FC236}">
                <a16:creationId xmlns:a16="http://schemas.microsoft.com/office/drawing/2014/main" id="{16E6BBDC-626C-4B9A-8ADC-B94C2B49FD1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50E84A93-B104-4A13-9E50-ABAA0EACDC70}"/>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1246F0CF-02A5-4F0E-8C4B-67C3D1EE689B}"/>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ADC8FAF9-D6CD-4D9C-AA7E-D6B71D6CEDD2}"/>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the external system: one versioned localStorage key containing synthetic task JSON</a:t>
            </a:r>
          </a:p>
        </p:txBody>
      </p:sp>
      <p:sp>
        <p:nvSpPr>
          <p:cNvPr id="10" name="">
            <a:extLst xmlns:a="http://schemas.openxmlformats.org/drawingml/2006/main">
              <a:ext uri="{FF2B5EF4-FFF2-40B4-BE49-F238E27FC236}">
                <a16:creationId xmlns:a16="http://schemas.microsoft.com/office/drawing/2014/main" id="{49C32A78-8572-4462-8FE2-A65844157D1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3F23981E-4618-4A11-9939-A80B7555F755}"/>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4854C6CF-50CC-4579-8510-F724358CE9F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lazy state initializer that reads once and falls back safely on missing or …</a:t>
            </a:r>
          </a:p>
        </p:txBody>
      </p:sp>
      <p:sp>
        <p:nvSpPr>
          <p:cNvPr id="13" name="">
            <a:extLst xmlns:a="http://schemas.openxmlformats.org/drawingml/2006/main">
              <a:ext uri="{FF2B5EF4-FFF2-40B4-BE49-F238E27FC236}">
                <a16:creationId xmlns:a16="http://schemas.microsoft.com/office/drawing/2014/main" id="{97955B77-0568-40C8-B41F-81756F24C53C}"/>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D1FFB503-BFC2-4FEB-94A8-031BD6927791}"/>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AC18A88D-D85E-4263-960A-35A8ECF902B9}"/>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a save effect whose dependency reflects the value being synchronized</a:t>
            </a:r>
          </a:p>
        </p:txBody>
      </p:sp>
      <p:sp>
        <p:nvSpPr>
          <p:cNvPr id="16" name="">
            <a:extLst xmlns:a="http://schemas.openxmlformats.org/drawingml/2006/main">
              <a:ext uri="{FF2B5EF4-FFF2-40B4-BE49-F238E27FC236}">
                <a16:creationId xmlns:a16="http://schemas.microsoft.com/office/drawing/2014/main" id="{365C3607-F02E-4144-ACE5-A9784BCA1C58}"/>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6A19AF06-B19B-44EE-8206-978C192ED06B}"/>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1903AFD8-00B5-4DB9-9FCD-2DDA335CB6D5}"/>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StrictMode behavior and ensure the effect is idempotent rather than disabled</a:t>
            </a:r>
          </a:p>
        </p:txBody>
      </p:sp>
      <p:sp>
        <p:nvSpPr>
          <p:cNvPr id="19" name="">
            <a:extLst xmlns:a="http://schemas.openxmlformats.org/drawingml/2006/main">
              <a:ext uri="{FF2B5EF4-FFF2-40B4-BE49-F238E27FC236}">
                <a16:creationId xmlns:a16="http://schemas.microsoft.com/office/drawing/2014/main" id="{F3ED355A-EE82-48AD-B4DD-C98FB41B346E}"/>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701EACC5-5447-481B-A38B-B65A44BF3A68}"/>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169F50C9-EAC7-478A-A062-9E532FA66300}"/>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 reload, cleared storage, malformed JSON, schema mismatch and storage write failure</a:t>
            </a:r>
          </a:p>
        </p:txBody>
      </p:sp>
      <p:sp>
        <p:nvSpPr>
          <p:cNvPr id="22" name="">
            <a:extLst xmlns:a="http://schemas.openxmlformats.org/drawingml/2006/main">
              <a:ext uri="{FF2B5EF4-FFF2-40B4-BE49-F238E27FC236}">
                <a16:creationId xmlns:a16="http://schemas.microsoft.com/office/drawing/2014/main" id="{ADF0E68F-1143-4091-9A18-BFB5F6EAE316}"/>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D02AAB88-57A5-4E7A-95B9-1DCB89C5046A}"/>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60A2066F-0B92-4A2F-9806-00C313DA31F6}"/>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explain every dependency; reject lint suppression as a fix</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3.2</a:t>
            </a:r>
          </a:p>
        </p:txBody>
      </p:sp>
    </p:spTree>
    <p:extLst>
      <p:ext uri="{BB962C8B-B14F-4D97-AF65-F5344CB8AC3E}">
        <p14:creationId xmlns:p14="http://schemas.microsoft.com/office/powerpoint/2010/main" val="617570701"/>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85C23652-2037-4B4F-AB27-1710B936CE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0CFCA5D-0B99-4DFE-8488-632F52EC52A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3C56EEE-68BB-4C0B-B582-960670AE29E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9666D93F-3D21-4580-A0FD-BAF2A9FE15C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7FA1615-3F01-41AD-A530-1C408BAB05B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086</a:t>
            </a:r>
          </a:p>
        </p:txBody>
      </p:sp>
      <p:sp>
        <p:nvSpPr>
          <p:cNvPr id="6" name="">
            <a:extLst xmlns:a="http://schemas.openxmlformats.org/drawingml/2006/main">
              <a:ext uri="{FF2B5EF4-FFF2-40B4-BE49-F238E27FC236}">
                <a16:creationId xmlns:a16="http://schemas.microsoft.com/office/drawing/2014/main" id="{449619AB-DA68-4066-9B5B-3B53F4BB600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4F297C27-A2A6-4A24-8DF5-845783C83511}"/>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AD138489-4229-4737-A0DD-8E07E2375466}"/>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448D81C4-5FB9-43A3-A5F2-5A43371A4BA7}"/>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Extract usePersistentTasks. Read localStorage with a lazy initializer, validate parsed data, fall back to provided initial tasks, and save when tasks change. Use one versioned key. Do not suppress exhaustive-deps. Explain StrictMode behavior and all failure paths.</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3.2</a:t>
            </a:r>
          </a:p>
        </p:txBody>
      </p:sp>
    </p:spTree>
    <p:extLst>
      <p:ext uri="{BB962C8B-B14F-4D97-AF65-F5344CB8AC3E}">
        <p14:creationId xmlns:p14="http://schemas.microsoft.com/office/powerpoint/2010/main" val="1428799449"/>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123D10F-E421-4C62-8657-B57AC06B9E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FA60CCC-D9CA-41FE-938E-E66B3B91F6E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FB67089-9CDA-4B45-AABF-67A56ED311E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513B760F-403E-4D72-98E7-A94589027E0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92D89544-1BA1-4471-93D0-21F9ADF28A3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087</a:t>
            </a:r>
          </a:p>
        </p:txBody>
      </p:sp>
      <p:sp>
        <p:nvSpPr>
          <p:cNvPr id="6" name="">
            <a:extLst xmlns:a="http://schemas.openxmlformats.org/drawingml/2006/main">
              <a:ext uri="{FF2B5EF4-FFF2-40B4-BE49-F238E27FC236}">
                <a16:creationId xmlns:a16="http://schemas.microsoft.com/office/drawing/2014/main" id="{2B4B5778-5C71-479A-AA34-5F61AE38446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AFFF00A5-7E54-4379-A8D9-C9AA3D78CF76}"/>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F81F9AD1-2D9F-45DC-BFBC-AA58F87E1D55}"/>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50B48F1-239B-4D7A-BE10-14F40DEEFC0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DE324998-7905-4B68-9144-CE738EFDB757}"/>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Effect reads and writes in a loop</a:t>
            </a:r>
          </a:p>
        </p:txBody>
      </p:sp>
      <p:sp>
        <p:nvSpPr>
          <p:cNvPr id="11" name="">
            <a:extLst xmlns:a="http://schemas.openxmlformats.org/drawingml/2006/main">
              <a:ext uri="{FF2B5EF4-FFF2-40B4-BE49-F238E27FC236}">
                <a16:creationId xmlns:a16="http://schemas.microsoft.com/office/drawing/2014/main" id="{658081FE-8AB8-4DC5-9450-2C21B7A5970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95B8027-7B7A-422E-B598-13E414F10DDB}"/>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0ADB5642-FE6A-4492-9076-3DD6D94416BF}"/>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JSON.parse crash blanks the app</a:t>
            </a:r>
          </a:p>
        </p:txBody>
      </p:sp>
      <p:sp>
        <p:nvSpPr>
          <p:cNvPr id="14" name="">
            <a:extLst xmlns:a="http://schemas.openxmlformats.org/drawingml/2006/main">
              <a:ext uri="{FF2B5EF4-FFF2-40B4-BE49-F238E27FC236}">
                <a16:creationId xmlns:a16="http://schemas.microsoft.com/office/drawing/2014/main" id="{F14154EE-7545-4CC6-BCBB-5782BBFDD016}"/>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0B4D38CD-63CA-49D4-B2BA-66218EE4B87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1B81BEA5-E6B9-4D41-95A6-3313974DB67D}"/>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Lint rule disabled</a:t>
            </a:r>
          </a:p>
        </p:txBody>
      </p:sp>
      <p:sp>
        <p:nvSpPr>
          <p:cNvPr id="17" name="">
            <a:extLst xmlns:a="http://schemas.openxmlformats.org/drawingml/2006/main">
              <a:ext uri="{FF2B5EF4-FFF2-40B4-BE49-F238E27FC236}">
                <a16:creationId xmlns:a16="http://schemas.microsoft.com/office/drawing/2014/main" id="{4EA45253-2531-4174-8E31-EAAD5D286F55}"/>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0C8404AA-D9DB-480F-A9AB-83BA3B9DE0AF}"/>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E92841DB-9D4C-4C80-ACFB-4FECC85AFC48}"/>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Storage treated as secure</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3.2</a:t>
            </a:r>
          </a:p>
        </p:txBody>
      </p:sp>
    </p:spTree>
    <p:extLst>
      <p:ext uri="{BB962C8B-B14F-4D97-AF65-F5344CB8AC3E}">
        <p14:creationId xmlns:p14="http://schemas.microsoft.com/office/powerpoint/2010/main" val="969518479"/>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F76824B8-E552-462E-BC24-7077E2113F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08EFCC6-A391-4F36-917C-F4804112D2D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54CA5D0-E435-40A3-80FC-510711D404B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DC5A13D1-1452-4C77-9427-87682163518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08AC5558-925F-4732-B19B-7C59E69F9B5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088</a:t>
            </a:r>
          </a:p>
        </p:txBody>
      </p:sp>
      <p:sp>
        <p:nvSpPr>
          <p:cNvPr id="6" name="">
            <a:extLst xmlns:a="http://schemas.openxmlformats.org/drawingml/2006/main">
              <a:ext uri="{FF2B5EF4-FFF2-40B4-BE49-F238E27FC236}">
                <a16:creationId xmlns:a16="http://schemas.microsoft.com/office/drawing/2014/main" id="{51E0948C-F5EC-4848-9723-CA902991FCB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8F368CE4-313D-498D-9B7F-7A251C3D6B4A}"/>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F269F5A-849E-4089-90C0-E6CCE1052AB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7E1AA35D-9D77-4E93-B647-570AAD56F2E8}"/>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54A3A1C3-B583-4DF3-ADA6-97331460B646}"/>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3EE47CFA-9EA8-4DE2-8918-2C6F348C8244}"/>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Reload restores tasks</a:t>
            </a:r>
          </a:p>
        </p:txBody>
      </p:sp>
      <p:sp>
        <p:nvSpPr>
          <p:cNvPr id="12" name="">
            <a:extLst xmlns:a="http://schemas.openxmlformats.org/drawingml/2006/main">
              <a:ext uri="{FF2B5EF4-FFF2-40B4-BE49-F238E27FC236}">
                <a16:creationId xmlns:a16="http://schemas.microsoft.com/office/drawing/2014/main" id="{896FF5CD-A4F3-4E72-90DF-FB2C91C0E03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Malformed data recovers</a:t>
            </a:r>
          </a:p>
        </p:txBody>
      </p:sp>
      <p:sp>
        <p:nvSpPr>
          <p:cNvPr id="13" name="">
            <a:extLst xmlns:a="http://schemas.openxmlformats.org/drawingml/2006/main">
              <a:ext uri="{FF2B5EF4-FFF2-40B4-BE49-F238E27FC236}">
                <a16:creationId xmlns:a16="http://schemas.microsoft.com/office/drawing/2014/main" id="{CA60F3DD-24D1-455A-852B-A801A783FA5D}"/>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effect loop</a:t>
            </a:r>
          </a:p>
        </p:txBody>
      </p:sp>
      <p:sp>
        <p:nvSpPr>
          <p:cNvPr id="14" name="">
            <a:extLst xmlns:a="http://schemas.openxmlformats.org/drawingml/2006/main">
              <a:ext uri="{FF2B5EF4-FFF2-40B4-BE49-F238E27FC236}">
                <a16:creationId xmlns:a16="http://schemas.microsoft.com/office/drawing/2014/main" id="{6194B721-209F-473C-A307-09A43AE26E37}"/>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Dependencies can be explained</a:t>
            </a:r>
          </a:p>
        </p:txBody>
      </p:sp>
      <p:sp>
        <p:nvSpPr>
          <p:cNvPr id="15" name="">
            <a:extLst xmlns:a="http://schemas.openxmlformats.org/drawingml/2006/main">
              <a:ext uri="{FF2B5EF4-FFF2-40B4-BE49-F238E27FC236}">
                <a16:creationId xmlns:a16="http://schemas.microsoft.com/office/drawing/2014/main" id="{82ED7EC6-6658-42F0-BBB4-A059EFA1B8FA}"/>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CC44E4BD-B017-4BAD-853D-686823D2BDCB}"/>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28B09DD9-ACF8-4989-AA57-26C4D3BFED8B}"/>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A070C142-B53F-43AE-AF60-23493EDED55E}"/>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D4DD0B6A-12BE-4CE1-9CEA-E7571AC3E70C}"/>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3.2</a:t>
            </a:r>
          </a:p>
        </p:txBody>
      </p:sp>
    </p:spTree>
    <p:extLst>
      <p:ext uri="{BB962C8B-B14F-4D97-AF65-F5344CB8AC3E}">
        <p14:creationId xmlns:p14="http://schemas.microsoft.com/office/powerpoint/2010/main" val="750493824"/>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E06E6B8D-EEEA-484A-9FD2-8AE3237528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F1F57EE-7FF9-47FA-A992-D1FB1AB345C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1C8F9B2-EC3E-443A-A6CF-A2FCDF2F7C3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DA612E64-0DC8-42FC-A454-34CA94BEE9B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DC93FC33-7D46-4320-A25C-48B6DEFC558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089</a:t>
            </a:r>
          </a:p>
        </p:txBody>
      </p:sp>
      <p:sp>
        <p:nvSpPr>
          <p:cNvPr id="6" name="">
            <a:extLst xmlns:a="http://schemas.openxmlformats.org/drawingml/2006/main">
              <a:ext uri="{FF2B5EF4-FFF2-40B4-BE49-F238E27FC236}">
                <a16:creationId xmlns:a16="http://schemas.microsoft.com/office/drawing/2014/main" id="{1B4F1F20-AF9E-4B49-A8F3-042C43C0ACF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Extract a Tested Custom Hook</a:t>
            </a:r>
          </a:p>
        </p:txBody>
      </p:sp>
      <p:sp>
        <p:nvSpPr>
          <p:cNvPr id="7" name="">
            <a:extLst xmlns:a="http://schemas.openxmlformats.org/drawingml/2006/main">
              <a:ext uri="{FF2B5EF4-FFF2-40B4-BE49-F238E27FC236}">
                <a16:creationId xmlns:a16="http://schemas.microsoft.com/office/drawing/2014/main" id="{3262EB25-DA37-42F0-9B17-253943C259E1}"/>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47394ED0-8AFC-459C-8B8C-F6EA0EA7C527}"/>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4AC3DE52-EA0F-4804-849D-2DFDA6863EF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6AFAE50E-E667-42CF-82CE-C65978A939CA}"/>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Separate reusable board logic into a custom hook without sharing state between consumers.</a:t>
            </a:r>
          </a:p>
        </p:txBody>
      </p:sp>
      <p:sp>
        <p:nvSpPr>
          <p:cNvPr id="11" name="">
            <a:extLst xmlns:a="http://schemas.openxmlformats.org/drawingml/2006/main">
              <a:ext uri="{FF2B5EF4-FFF2-40B4-BE49-F238E27FC236}">
                <a16:creationId xmlns:a16="http://schemas.microsoft.com/office/drawing/2014/main" id="{80EAB635-7320-4F6F-9FDB-221A5209714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D55E0421-B859-4D77-8EB3-9215D1774D8C}"/>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5BA0061B-FDEF-415B-A3BB-5BF7B7296C8A}"/>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src/hooks/useTaskBoard.ts, src/hooks/useTaskBoard.test.ts</a:t>
            </a:r>
          </a:p>
        </p:txBody>
      </p:sp>
      <p:sp>
        <p:nvSpPr>
          <p:cNvPr id="14" name="">
            <a:extLst xmlns:a="http://schemas.openxmlformats.org/drawingml/2006/main">
              <a:ext uri="{FF2B5EF4-FFF2-40B4-BE49-F238E27FC236}">
                <a16:creationId xmlns:a16="http://schemas.microsoft.com/office/drawing/2014/main" id="{3EBB892A-19D4-41A9-A196-3E02E3DCC08D}"/>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EED33530-0481-4DF3-8D72-7A916CBB138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D3F8E2C8-22BB-4580-BF6A-B54D7710078C}"/>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35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3.3</a:t>
            </a:r>
          </a:p>
        </p:txBody>
      </p:sp>
    </p:spTree>
    <p:extLst>
      <p:ext uri="{BB962C8B-B14F-4D97-AF65-F5344CB8AC3E}">
        <p14:creationId xmlns:p14="http://schemas.microsoft.com/office/powerpoint/2010/main" val="157831695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7AB9C37-CF07-4D7F-8303-51E5967E31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346C9D2-EC82-483B-8CDC-6A3BA3DF23D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DBEAFF8F-5055-4AA8-B5B8-39558075F86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9358C639-3530-4DCA-A8A2-A18EA435E55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B97832F3-F20D-4947-99D1-06BF9DAF4CC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090</a:t>
            </a:r>
          </a:p>
        </p:txBody>
      </p:sp>
      <p:sp>
        <p:nvSpPr>
          <p:cNvPr id="6" name="">
            <a:extLst xmlns:a="http://schemas.openxmlformats.org/drawingml/2006/main">
              <a:ext uri="{FF2B5EF4-FFF2-40B4-BE49-F238E27FC236}">
                <a16:creationId xmlns:a16="http://schemas.microsoft.com/office/drawing/2014/main" id="{E994C031-A201-4510-8021-EC87863BA88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09CC39E4-986E-4DA6-A040-B05CE6C156B8}"/>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5B13ACA6-52AF-4B81-BF43-D08675BA353B}"/>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CCACC0EB-E537-420A-A46A-1B0A3282003D}"/>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2BC217B4-8CEC-42DB-B54A-8339CA8509E1}"/>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C230CE5F-114D-42CB-BAAC-A8E3247B76D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custom hook</a:t>
            </a:r>
          </a:p>
        </p:txBody>
      </p:sp>
      <p:sp>
        <p:nvSpPr>
          <p:cNvPr id="12" name="">
            <a:extLst xmlns:a="http://schemas.openxmlformats.org/drawingml/2006/main">
              <a:ext uri="{FF2B5EF4-FFF2-40B4-BE49-F238E27FC236}">
                <a16:creationId xmlns:a16="http://schemas.microsoft.com/office/drawing/2014/main" id="{D3F11152-996A-4C77-A6DE-96ABC3CDA686}"/>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logic reuse</a:t>
            </a:r>
          </a:p>
        </p:txBody>
      </p:sp>
      <p:sp>
        <p:nvSpPr>
          <p:cNvPr id="13" name="">
            <a:extLst xmlns:a="http://schemas.openxmlformats.org/drawingml/2006/main">
              <a:ext uri="{FF2B5EF4-FFF2-40B4-BE49-F238E27FC236}">
                <a16:creationId xmlns:a16="http://schemas.microsoft.com/office/drawing/2014/main" id="{700CDC7A-AAD7-4C80-9570-FB860F660A86}"/>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public API</a:t>
            </a:r>
          </a:p>
        </p:txBody>
      </p:sp>
      <p:sp>
        <p:nvSpPr>
          <p:cNvPr id="14" name="">
            <a:extLst xmlns:a="http://schemas.openxmlformats.org/drawingml/2006/main">
              <a:ext uri="{FF2B5EF4-FFF2-40B4-BE49-F238E27FC236}">
                <a16:creationId xmlns:a16="http://schemas.microsoft.com/office/drawing/2014/main" id="{E4701E4E-A66D-4859-844B-6BA76C12535C}"/>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hook test</a:t>
            </a:r>
          </a:p>
        </p:txBody>
      </p:sp>
      <p:sp>
        <p:nvSpPr>
          <p:cNvPr id="15" name="">
            <a:extLst xmlns:a="http://schemas.openxmlformats.org/drawingml/2006/main">
              <a:ext uri="{FF2B5EF4-FFF2-40B4-BE49-F238E27FC236}">
                <a16:creationId xmlns:a16="http://schemas.microsoft.com/office/drawing/2014/main" id="{87C3E15D-575E-440D-9482-F194E1C4FDA7}"/>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Two instances are independent</a:t>
            </a:r>
          </a:p>
        </p:txBody>
      </p:sp>
      <p:sp>
        <p:nvSpPr>
          <p:cNvPr id="16" name="">
            <a:extLst xmlns:a="http://schemas.openxmlformats.org/drawingml/2006/main">
              <a:ext uri="{FF2B5EF4-FFF2-40B4-BE49-F238E27FC236}">
                <a16:creationId xmlns:a16="http://schemas.microsoft.com/office/drawing/2014/main" id="{C9F085BD-2218-4DC7-9697-61789D85B50F}"/>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Hook tests pass</a:t>
            </a:r>
          </a:p>
        </p:txBody>
      </p:sp>
      <p:sp>
        <p:nvSpPr>
          <p:cNvPr id="17" name="">
            <a:extLst xmlns:a="http://schemas.openxmlformats.org/drawingml/2006/main">
              <a:ext uri="{FF2B5EF4-FFF2-40B4-BE49-F238E27FC236}">
                <a16:creationId xmlns:a16="http://schemas.microsoft.com/office/drawing/2014/main" id="{296C4628-7DA4-489C-8AB2-F3C3BE846BB7}"/>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 becomes simpler</a:t>
            </a:r>
          </a:p>
        </p:txBody>
      </p:sp>
      <p:sp>
        <p:nvSpPr>
          <p:cNvPr id="18" name="">
            <a:extLst xmlns:a="http://schemas.openxmlformats.org/drawingml/2006/main">
              <a:ext uri="{FF2B5EF4-FFF2-40B4-BE49-F238E27FC236}">
                <a16:creationId xmlns:a16="http://schemas.microsoft.com/office/drawing/2014/main" id="{3134A5C9-973B-425B-8126-79649168C846}"/>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Behavior is unchanged</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3.3</a:t>
            </a:r>
          </a:p>
        </p:txBody>
      </p:sp>
    </p:spTree>
    <p:extLst>
      <p:ext uri="{BB962C8B-B14F-4D97-AF65-F5344CB8AC3E}">
        <p14:creationId xmlns:p14="http://schemas.microsoft.com/office/powerpoint/2010/main" val="1684482348"/>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A5811589-EEE4-4288-A00B-AC322702CE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CEA4725-4728-4B9B-B5CB-CF832CAFC9D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EA7C2EF-2A1E-4BC1-9A08-02AA3DEE9EA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8ECD4DB8-708D-404D-8F68-1FE912B5E33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7186441B-3CC0-4299-A79C-404A59214A4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091</a:t>
            </a:r>
          </a:p>
        </p:txBody>
      </p:sp>
      <p:sp>
        <p:nvSpPr>
          <p:cNvPr id="6" name="">
            <a:extLst xmlns:a="http://schemas.openxmlformats.org/drawingml/2006/main">
              <a:ext uri="{FF2B5EF4-FFF2-40B4-BE49-F238E27FC236}">
                <a16:creationId xmlns:a16="http://schemas.microsoft.com/office/drawing/2014/main" id="{4DFED905-58E9-455C-9BDD-25BE3D0CE50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2AE7A140-6A5E-49E2-B594-BC30F9B819EB}"/>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3FF9F194-147F-42DB-8D0E-F2F68B368D10}"/>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D1596F7F-3322-4637-AC1B-0F698A8BA68D}"/>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List the smallest public API: tasks, visibleTasks, filter, setFilter, create, move and …</a:t>
            </a:r>
          </a:p>
        </p:txBody>
      </p:sp>
      <p:sp>
        <p:nvSpPr>
          <p:cNvPr id="10" name="">
            <a:extLst xmlns:a="http://schemas.openxmlformats.org/drawingml/2006/main">
              <a:ext uri="{FF2B5EF4-FFF2-40B4-BE49-F238E27FC236}">
                <a16:creationId xmlns:a16="http://schemas.microsoft.com/office/drawing/2014/main" id="{D0F3E2D5-D2F6-4F87-81EF-535A826418BB}"/>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68BAA998-F25E-45E2-8DDE-A5C2476CBC58}"/>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0C2D7D0C-2FB4-4CBB-BE65-166BC7C2F0AF}"/>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Move stateful logic into useTaskBoard while keeping presentation in components</a:t>
            </a:r>
          </a:p>
        </p:txBody>
      </p:sp>
      <p:sp>
        <p:nvSpPr>
          <p:cNvPr id="13" name="">
            <a:extLst xmlns:a="http://schemas.openxmlformats.org/drawingml/2006/main">
              <a:ext uri="{FF2B5EF4-FFF2-40B4-BE49-F238E27FC236}">
                <a16:creationId xmlns:a16="http://schemas.microsoft.com/office/drawing/2014/main" id="{467D4DD0-3E16-4C1A-B475-848779842899}"/>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FAFBAE8E-2491-4D5C-A70C-F5BC8ECB4771}"/>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6BEDAFB2-A8EE-49D6-9CDE-DF95FE8467F5}"/>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hook naming, top-level hook calls and dependency boundaries</a:t>
            </a:r>
          </a:p>
        </p:txBody>
      </p:sp>
      <p:sp>
        <p:nvSpPr>
          <p:cNvPr id="16" name="">
            <a:extLst xmlns:a="http://schemas.openxmlformats.org/drawingml/2006/main">
              <a:ext uri="{FF2B5EF4-FFF2-40B4-BE49-F238E27FC236}">
                <a16:creationId xmlns:a16="http://schemas.microsoft.com/office/drawing/2014/main" id="{1D4B6126-59D3-4871-B699-F240C5FB36EE}"/>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0473839F-6E19-442F-8077-B58557085F41}"/>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1401917B-08C5-4621-91E2-61DBF96FFB0D}"/>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Render two hook consumers and prove they do not share state unless state is lifted</a:t>
            </a:r>
          </a:p>
        </p:txBody>
      </p:sp>
      <p:sp>
        <p:nvSpPr>
          <p:cNvPr id="19" name="">
            <a:extLst xmlns:a="http://schemas.openxmlformats.org/drawingml/2006/main">
              <a:ext uri="{FF2B5EF4-FFF2-40B4-BE49-F238E27FC236}">
                <a16:creationId xmlns:a16="http://schemas.microsoft.com/office/drawing/2014/main" id="{2280A2AE-4363-4ACD-B9D0-66318B315ADD}"/>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28E4E24C-9FAC-4BF5-8CD1-9B119B881532}"/>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1220A668-5B8A-49C9-9EDE-C055B208438C}"/>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focused tests for initial state, filtering and immutable movement</a:t>
            </a:r>
          </a:p>
        </p:txBody>
      </p:sp>
      <p:sp>
        <p:nvSpPr>
          <p:cNvPr id="22" name="">
            <a:extLst xmlns:a="http://schemas.openxmlformats.org/drawingml/2006/main">
              <a:ext uri="{FF2B5EF4-FFF2-40B4-BE49-F238E27FC236}">
                <a16:creationId xmlns:a16="http://schemas.microsoft.com/office/drawing/2014/main" id="{E7A24A2F-61BE-468E-88CA-7BD3392F8AF1}"/>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BA9B8F61-28C2-4A16-8ADD-3C8A249BFCEB}"/>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60B19A2D-6EA6-4907-8234-0522AD552CFC}"/>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Refactor App to consume the hook; compare behavior before and after</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3.3</a:t>
            </a:r>
          </a:p>
        </p:txBody>
      </p:sp>
    </p:spTree>
    <p:extLst>
      <p:ext uri="{BB962C8B-B14F-4D97-AF65-F5344CB8AC3E}">
        <p14:creationId xmlns:p14="http://schemas.microsoft.com/office/powerpoint/2010/main" val="1242428640"/>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CC19ABBE-BF92-43BC-A665-2FC3C11229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936E960-C8D9-41D1-BF4F-EA4415CD31D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DCA1B574-3879-4421-AF9D-9D394301512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76A4F65D-DB89-48FC-854D-4768A60F910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52BDC362-DE99-4CCD-B6C7-DECCA225B814}"/>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092</a:t>
            </a:r>
          </a:p>
        </p:txBody>
      </p:sp>
      <p:sp>
        <p:nvSpPr>
          <p:cNvPr id="6" name="">
            <a:extLst xmlns:a="http://schemas.openxmlformats.org/drawingml/2006/main">
              <a:ext uri="{FF2B5EF4-FFF2-40B4-BE49-F238E27FC236}">
                <a16:creationId xmlns:a16="http://schemas.microsoft.com/office/drawing/2014/main" id="{9F6FA5B4-ED77-4D27-81A5-F7A9550F915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CF80EEBA-F51B-476F-8B22-B76272C01C6C}"/>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CFEC62E8-74E4-44CE-9944-2BEA89A916EE}"/>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094C8F5F-AB65-485D-A423-695648D7D651}"/>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Extract useTaskBoard from App. Define a small typed return API, keep hooks at the top level, derive visibleTasks, and expose named actions. Add tests for initial tasks, filtering and moving. Preserve all visible behavior and do not introduce context.</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3.3</a:t>
            </a:r>
          </a:p>
        </p:txBody>
      </p:sp>
    </p:spTree>
    <p:extLst>
      <p:ext uri="{BB962C8B-B14F-4D97-AF65-F5344CB8AC3E}">
        <p14:creationId xmlns:p14="http://schemas.microsoft.com/office/powerpoint/2010/main" val="1144659668"/>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2EEE605A-F17A-46E2-A889-A3D4BD921A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D7C56A2-E3F9-4F8B-8D32-6F3253C9A99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A49E261-A7DC-4E92-993C-5C73C3BC806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2B462317-FE13-467E-98EC-3D210068199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8633E5C0-DDE9-4413-B284-029636F7ACB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093</a:t>
            </a:r>
          </a:p>
        </p:txBody>
      </p:sp>
      <p:sp>
        <p:nvSpPr>
          <p:cNvPr id="6" name="">
            <a:extLst xmlns:a="http://schemas.openxmlformats.org/drawingml/2006/main">
              <a:ext uri="{FF2B5EF4-FFF2-40B4-BE49-F238E27FC236}">
                <a16:creationId xmlns:a16="http://schemas.microsoft.com/office/drawing/2014/main" id="{C7D922AB-4CA6-4B13-AF3B-318A56A129E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BB7A4418-BC82-4EB5-8C72-EE4FF43C6965}"/>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40ED27A8-87F9-4226-AC93-7C77ACDA718D}"/>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3D3F569F-91A2-4DE0-B0CB-58E77D53157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AD4CEC3-4DBF-4B03-8F26-DC03F18C4509}"/>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Hook called conditionally</a:t>
            </a:r>
          </a:p>
        </p:txBody>
      </p:sp>
      <p:sp>
        <p:nvSpPr>
          <p:cNvPr id="11" name="">
            <a:extLst xmlns:a="http://schemas.openxmlformats.org/drawingml/2006/main">
              <a:ext uri="{FF2B5EF4-FFF2-40B4-BE49-F238E27FC236}">
                <a16:creationId xmlns:a16="http://schemas.microsoft.com/office/drawing/2014/main" id="{65FCE345-0150-4375-AEBC-FD513824A43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79E2512-1AAE-4E9F-86CB-C5EC149B93C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1ED1EBFB-F867-4299-A100-C88A2E13D72A}"/>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Hook returns unstable unnecessary objects</a:t>
            </a:r>
          </a:p>
        </p:txBody>
      </p:sp>
      <p:sp>
        <p:nvSpPr>
          <p:cNvPr id="14" name="">
            <a:extLst xmlns:a="http://schemas.openxmlformats.org/drawingml/2006/main">
              <a:ext uri="{FF2B5EF4-FFF2-40B4-BE49-F238E27FC236}">
                <a16:creationId xmlns:a16="http://schemas.microsoft.com/office/drawing/2014/main" id="{467F1183-2ED8-4D02-9002-00277322B74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CA54EB9E-2B37-41D5-8534-6ACB9DA7DC6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16442F9-B84B-4B85-AA1E-7818D96E654D}"/>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Custom hook assumed to create global shared state</a:t>
            </a:r>
          </a:p>
        </p:txBody>
      </p:sp>
      <p:sp>
        <p:nvSpPr>
          <p:cNvPr id="17" name="">
            <a:extLst xmlns:a="http://schemas.openxmlformats.org/drawingml/2006/main">
              <a:ext uri="{FF2B5EF4-FFF2-40B4-BE49-F238E27FC236}">
                <a16:creationId xmlns:a16="http://schemas.microsoft.com/office/drawing/2014/main" id="{A220309F-DD69-481A-A4B9-EA177522E73D}"/>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B22444DF-8CC0-41A1-B5E3-C35648D7F0B8}"/>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1A24D4D6-642C-467A-9DDD-96265BAAB825}"/>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Presentation markup moved into logic hook</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3.3</a:t>
            </a:r>
          </a:p>
        </p:txBody>
      </p:sp>
    </p:spTree>
    <p:extLst>
      <p:ext uri="{BB962C8B-B14F-4D97-AF65-F5344CB8AC3E}">
        <p14:creationId xmlns:p14="http://schemas.microsoft.com/office/powerpoint/2010/main" val="170778888"/>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B8D8DE6-6A53-4260-8611-13AB5E093B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DC8C4AA-8AD6-419D-AAC9-02531398D01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A4BAF52-609F-442C-ACAE-1834E311342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691D398A-BA71-4BB2-95AD-92AF873FC53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B2DDB5A1-F9F9-4E9E-836B-E9A464EC83C8}"/>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094</a:t>
            </a:r>
          </a:p>
        </p:txBody>
      </p:sp>
      <p:sp>
        <p:nvSpPr>
          <p:cNvPr id="6" name="">
            <a:extLst xmlns:a="http://schemas.openxmlformats.org/drawingml/2006/main">
              <a:ext uri="{FF2B5EF4-FFF2-40B4-BE49-F238E27FC236}">
                <a16:creationId xmlns:a16="http://schemas.microsoft.com/office/drawing/2014/main" id="{B11690D2-716A-4FE3-BB7D-9ADA75330A6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AEEDCA42-9632-4121-A8B9-C7820554A6C6}"/>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36B3F57-BE14-4FC2-A41B-6A917DFEDAF5}"/>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F768EC0-EA72-4757-9ED0-10890A1E225F}"/>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F87178FC-9978-46FA-B7DF-75DD422AB2BF}"/>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D1B6C5C7-CDBE-4C24-AA57-0E30F1034ADE}"/>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Two instances are independent</a:t>
            </a:r>
          </a:p>
        </p:txBody>
      </p:sp>
      <p:sp>
        <p:nvSpPr>
          <p:cNvPr id="12" name="">
            <a:extLst xmlns:a="http://schemas.openxmlformats.org/drawingml/2006/main">
              <a:ext uri="{FF2B5EF4-FFF2-40B4-BE49-F238E27FC236}">
                <a16:creationId xmlns:a16="http://schemas.microsoft.com/office/drawing/2014/main" id="{F986ACD0-28C7-4C51-9ECB-E0B322022E55}"/>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Hook tests pass</a:t>
            </a:r>
          </a:p>
        </p:txBody>
      </p:sp>
      <p:sp>
        <p:nvSpPr>
          <p:cNvPr id="13" name="">
            <a:extLst xmlns:a="http://schemas.openxmlformats.org/drawingml/2006/main">
              <a:ext uri="{FF2B5EF4-FFF2-40B4-BE49-F238E27FC236}">
                <a16:creationId xmlns:a16="http://schemas.microsoft.com/office/drawing/2014/main" id="{0749A5B3-D835-42C5-80A9-6BB699824EF0}"/>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 becomes simpler</a:t>
            </a:r>
          </a:p>
        </p:txBody>
      </p:sp>
      <p:sp>
        <p:nvSpPr>
          <p:cNvPr id="14" name="">
            <a:extLst xmlns:a="http://schemas.openxmlformats.org/drawingml/2006/main">
              <a:ext uri="{FF2B5EF4-FFF2-40B4-BE49-F238E27FC236}">
                <a16:creationId xmlns:a16="http://schemas.microsoft.com/office/drawing/2014/main" id="{A32F1889-AC0C-40B3-9610-C5C0C8E6472F}"/>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Behavior is unchanged</a:t>
            </a:r>
          </a:p>
        </p:txBody>
      </p:sp>
      <p:sp>
        <p:nvSpPr>
          <p:cNvPr id="15" name="">
            <a:extLst xmlns:a="http://schemas.openxmlformats.org/drawingml/2006/main">
              <a:ext uri="{FF2B5EF4-FFF2-40B4-BE49-F238E27FC236}">
                <a16:creationId xmlns:a16="http://schemas.microsoft.com/office/drawing/2014/main" id="{3389BD58-9BA8-4494-86C8-8AB8C835F5A1}"/>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B3B0FC77-7556-4479-8169-24C52A04A22C}"/>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7586A4F8-0CB6-4483-A106-77EBDD7BDD1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8F116412-A2FB-4378-B584-C7BBE313F8F2}"/>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6A467F83-725B-4668-B232-6312AB09DBF4}"/>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3.3</a:t>
            </a:r>
          </a:p>
        </p:txBody>
      </p:sp>
    </p:spTree>
    <p:extLst>
      <p:ext uri="{BB962C8B-B14F-4D97-AF65-F5344CB8AC3E}">
        <p14:creationId xmlns:p14="http://schemas.microsoft.com/office/powerpoint/2010/main" val="241371520"/>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26AF138F-A5CB-4968-B4B2-8C52020240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33B4C83-B048-481C-8E3E-D5D806683A4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F741F68-B031-4644-A8E4-61A9B5B2779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0FE6BFAF-83F5-42D6-A82C-7C1FE2475D8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E9E468BD-27B7-4227-859B-3CBD99B4807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095</a:t>
            </a:r>
          </a:p>
        </p:txBody>
      </p:sp>
      <p:sp>
        <p:nvSpPr>
          <p:cNvPr id="6" name="">
            <a:extLst xmlns:a="http://schemas.openxmlformats.org/drawingml/2006/main">
              <a:ext uri="{FF2B5EF4-FFF2-40B4-BE49-F238E27FC236}">
                <a16:creationId xmlns:a16="http://schemas.microsoft.com/office/drawing/2014/main" id="{602EE1FE-D9C7-4D95-A462-DF3927DB877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Add Declarative Routing and Dynamic Task Pages</a:t>
            </a:r>
          </a:p>
        </p:txBody>
      </p:sp>
      <p:sp>
        <p:nvSpPr>
          <p:cNvPr id="7" name="">
            <a:extLst xmlns:a="http://schemas.openxmlformats.org/drawingml/2006/main">
              <a:ext uri="{FF2B5EF4-FFF2-40B4-BE49-F238E27FC236}">
                <a16:creationId xmlns:a16="http://schemas.microsoft.com/office/drawing/2014/main" id="{FCCB55A9-AA3E-4863-BA60-02FAE9137AAD}"/>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7DAF661B-5F1B-45C4-868C-1524CBBF1E7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EF779500-DA08-4F0D-9F9B-9E045BDE886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C413F5D3-EB65-47DF-8743-001C03B2399D}"/>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board, task detail, about and not-found routes with accessible navigation.</a:t>
            </a:r>
          </a:p>
        </p:txBody>
      </p:sp>
      <p:sp>
        <p:nvSpPr>
          <p:cNvPr id="11" name="">
            <a:extLst xmlns:a="http://schemas.openxmlformats.org/drawingml/2006/main">
              <a:ext uri="{FF2B5EF4-FFF2-40B4-BE49-F238E27FC236}">
                <a16:creationId xmlns:a16="http://schemas.microsoft.com/office/drawing/2014/main" id="{21026510-003C-4409-A01A-9A5EBF3490C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D2937C54-B878-4454-B55D-614977807FE9}"/>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F92F814A-90EF-4DA3-BA82-8F3FE56AB168}"/>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src/router.tsx, src/pages/BoardPage.tsx, src/pages/TaskPage.tsx, src/pages/NotFoundPage.tsx</a:t>
            </a:r>
          </a:p>
        </p:txBody>
      </p:sp>
      <p:sp>
        <p:nvSpPr>
          <p:cNvPr id="14" name="">
            <a:extLst xmlns:a="http://schemas.openxmlformats.org/drawingml/2006/main">
              <a:ext uri="{FF2B5EF4-FFF2-40B4-BE49-F238E27FC236}">
                <a16:creationId xmlns:a16="http://schemas.microsoft.com/office/drawing/2014/main" id="{8B735D6A-F6C0-4C9E-A50E-0B32B67D75C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1A386486-9BD9-4749-A24B-14AE56586E6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A87FABBB-BA51-4C3F-9089-086D36A1840F}"/>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3.4</a:t>
            </a:r>
          </a:p>
        </p:txBody>
      </p:sp>
    </p:spTree>
    <p:extLst>
      <p:ext uri="{BB962C8B-B14F-4D97-AF65-F5344CB8AC3E}">
        <p14:creationId xmlns:p14="http://schemas.microsoft.com/office/powerpoint/2010/main" val="210757989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53479598-011A-4CC5-B2AC-B8E626E0BD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5BD464B-533D-45FA-86A6-06FE63D9499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3026F09-6F39-4692-BC08-D0C5AE48000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03593116-CE33-4EA5-A01A-1BC7403A475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B7DEDB6-7550-4782-B2E8-C52CFE68B96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096</a:t>
            </a:r>
          </a:p>
        </p:txBody>
      </p:sp>
      <p:sp>
        <p:nvSpPr>
          <p:cNvPr id="6" name="">
            <a:extLst xmlns:a="http://schemas.openxmlformats.org/drawingml/2006/main">
              <a:ext uri="{FF2B5EF4-FFF2-40B4-BE49-F238E27FC236}">
                <a16:creationId xmlns:a16="http://schemas.microsoft.com/office/drawing/2014/main" id="{50E3A329-6133-4956-9D98-8A8347D41E8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61EDF77F-5B8C-4A69-BC19-85B38F13E0A7}"/>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E3486024-23A0-4C9B-B988-3C1675F48A33}"/>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B4012732-54A7-4A23-BA74-6997FB24DCE7}"/>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F793ADFC-BBC8-4FE7-8463-5655EDBA287D}"/>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BDDFFF80-88BA-4F12-807B-732E0498A058}"/>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URL as state</a:t>
            </a:r>
          </a:p>
        </p:txBody>
      </p:sp>
      <p:sp>
        <p:nvSpPr>
          <p:cNvPr id="12" name="">
            <a:extLst xmlns:a="http://schemas.openxmlformats.org/drawingml/2006/main">
              <a:ext uri="{FF2B5EF4-FFF2-40B4-BE49-F238E27FC236}">
                <a16:creationId xmlns:a16="http://schemas.microsoft.com/office/drawing/2014/main" id="{9F32A48B-1E5D-4466-BAC7-218F796FD44D}"/>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route</a:t>
            </a:r>
          </a:p>
        </p:txBody>
      </p:sp>
      <p:sp>
        <p:nvSpPr>
          <p:cNvPr id="13" name="">
            <a:extLst xmlns:a="http://schemas.openxmlformats.org/drawingml/2006/main">
              <a:ext uri="{FF2B5EF4-FFF2-40B4-BE49-F238E27FC236}">
                <a16:creationId xmlns:a16="http://schemas.microsoft.com/office/drawing/2014/main" id="{24026599-A86A-406C-8E80-74C0766E63D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dynamic parameter</a:t>
            </a:r>
          </a:p>
        </p:txBody>
      </p:sp>
      <p:sp>
        <p:nvSpPr>
          <p:cNvPr id="14" name="">
            <a:extLst xmlns:a="http://schemas.openxmlformats.org/drawingml/2006/main">
              <a:ext uri="{FF2B5EF4-FFF2-40B4-BE49-F238E27FC236}">
                <a16:creationId xmlns:a16="http://schemas.microsoft.com/office/drawing/2014/main" id="{7DAA56C6-2EF3-4B32-8618-176E92BFC8E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navigation</a:t>
            </a:r>
          </a:p>
        </p:txBody>
      </p:sp>
      <p:sp>
        <p:nvSpPr>
          <p:cNvPr id="15" name="">
            <a:extLst xmlns:a="http://schemas.openxmlformats.org/drawingml/2006/main">
              <a:ext uri="{FF2B5EF4-FFF2-40B4-BE49-F238E27FC236}">
                <a16:creationId xmlns:a16="http://schemas.microsoft.com/office/drawing/2014/main" id="{2196C7FE-706B-4CDA-996E-5552DB8B8C65}"/>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routes render</a:t>
            </a:r>
          </a:p>
        </p:txBody>
      </p:sp>
      <p:sp>
        <p:nvSpPr>
          <p:cNvPr id="16" name="">
            <a:extLst xmlns:a="http://schemas.openxmlformats.org/drawingml/2006/main">
              <a:ext uri="{FF2B5EF4-FFF2-40B4-BE49-F238E27FC236}">
                <a16:creationId xmlns:a16="http://schemas.microsoft.com/office/drawing/2014/main" id="{323D1E61-24CB-454A-AF5B-36255D1B3EFA}"/>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Back/forward works</a:t>
            </a:r>
          </a:p>
        </p:txBody>
      </p:sp>
      <p:sp>
        <p:nvSpPr>
          <p:cNvPr id="17" name="">
            <a:extLst xmlns:a="http://schemas.openxmlformats.org/drawingml/2006/main">
              <a:ext uri="{FF2B5EF4-FFF2-40B4-BE49-F238E27FC236}">
                <a16:creationId xmlns:a16="http://schemas.microsoft.com/office/drawing/2014/main" id="{A5351A81-3CE5-46B5-8889-D224D235B12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Unknown task is handled</a:t>
            </a:r>
          </a:p>
        </p:txBody>
      </p:sp>
      <p:sp>
        <p:nvSpPr>
          <p:cNvPr id="18" name="">
            <a:extLst xmlns:a="http://schemas.openxmlformats.org/drawingml/2006/main">
              <a:ext uri="{FF2B5EF4-FFF2-40B4-BE49-F238E27FC236}">
                <a16:creationId xmlns:a16="http://schemas.microsoft.com/office/drawing/2014/main" id="{3230815F-281C-424A-9E36-A8298F93B8B4}"/>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Direct URLs are documented for hosting</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3.4</a:t>
            </a:r>
          </a:p>
        </p:txBody>
      </p:sp>
    </p:spTree>
    <p:extLst>
      <p:ext uri="{BB962C8B-B14F-4D97-AF65-F5344CB8AC3E}">
        <p14:creationId xmlns:p14="http://schemas.microsoft.com/office/powerpoint/2010/main" val="670534823"/>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2EE303B-C3F3-4FF9-8DFE-282561C5AB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92C2B6B-D107-4F9B-B117-DFBC55447E9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58852BDA-01DF-4EBC-8FA8-719207ED9CF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08FF4000-6DF6-4075-8259-15780FD41E3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89C7B3A2-AFF4-4F2B-ADC1-CFFE4467D10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097</a:t>
            </a:r>
          </a:p>
        </p:txBody>
      </p:sp>
      <p:sp>
        <p:nvSpPr>
          <p:cNvPr id="6" name="">
            <a:extLst xmlns:a="http://schemas.openxmlformats.org/drawingml/2006/main">
              <a:ext uri="{FF2B5EF4-FFF2-40B4-BE49-F238E27FC236}">
                <a16:creationId xmlns:a16="http://schemas.microsoft.com/office/drawing/2014/main" id="{6AF14A38-3FAF-430F-A776-B105B344C17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9E8EF9E8-0DDA-4C1E-B372-9C5CEF1B64FE}"/>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AAD7FFDB-9D42-43EE-A284-A1A313A7BAE4}"/>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16F5656F-0F22-43B9-9D59-6FD13F80F2D5}"/>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Install the current React Router package and record the version and command</a:t>
            </a:r>
          </a:p>
        </p:txBody>
      </p:sp>
      <p:sp>
        <p:nvSpPr>
          <p:cNvPr id="10" name="">
            <a:extLst xmlns:a="http://schemas.openxmlformats.org/drawingml/2006/main">
              <a:ext uri="{FF2B5EF4-FFF2-40B4-BE49-F238E27FC236}">
                <a16:creationId xmlns:a16="http://schemas.microsoft.com/office/drawing/2014/main" id="{C4139327-2450-485A-AC5A-62AEBDD03B5E}"/>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98C1F83-0BC7-470F-9778-E395B81CD996}"/>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37911BAF-C8D6-48D2-9306-8475C1A87863}"/>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Plan route objects for /, /tasks/:taskId, /about and a catch-all page</a:t>
            </a:r>
          </a:p>
        </p:txBody>
      </p:sp>
      <p:sp>
        <p:nvSpPr>
          <p:cNvPr id="13" name="">
            <a:extLst xmlns:a="http://schemas.openxmlformats.org/drawingml/2006/main">
              <a:ext uri="{FF2B5EF4-FFF2-40B4-BE49-F238E27FC236}">
                <a16:creationId xmlns:a16="http://schemas.microsoft.com/office/drawing/2014/main" id="{AC358D09-0694-4150-9D2E-F152FE630EA5}"/>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BC03D93A-BA34-4593-A308-EC9E6F25666E}"/>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D850E822-0E29-4F8B-903A-659EB0288A51}"/>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shared layout with navigation and an outlet for child pages</a:t>
            </a:r>
          </a:p>
        </p:txBody>
      </p:sp>
      <p:sp>
        <p:nvSpPr>
          <p:cNvPr id="16" name="">
            <a:extLst xmlns:a="http://schemas.openxmlformats.org/drawingml/2006/main">
              <a:ext uri="{FF2B5EF4-FFF2-40B4-BE49-F238E27FC236}">
                <a16:creationId xmlns:a16="http://schemas.microsoft.com/office/drawing/2014/main" id="{8C5A30ED-D00A-4FEA-9F50-F73E43B2BB4B}"/>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657DD07-E0F2-4C5C-82B7-1EDCED381035}"/>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685FDFDA-7A8C-4AA7-B752-25C340532650}"/>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Link each TaskCard to its detail URL; read the parameter and handle an unknown ID</a:t>
            </a:r>
          </a:p>
        </p:txBody>
      </p:sp>
      <p:sp>
        <p:nvSpPr>
          <p:cNvPr id="19" name="">
            <a:extLst xmlns:a="http://schemas.openxmlformats.org/drawingml/2006/main">
              <a:ext uri="{FF2B5EF4-FFF2-40B4-BE49-F238E27FC236}">
                <a16:creationId xmlns:a16="http://schemas.microsoft.com/office/drawing/2014/main" id="{6C69E96A-7824-453B-BC8F-B6070E47413E}"/>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1CB6EFBA-3830-419B-A8B3-A308CB1F2EAF}"/>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1C8F9EF5-2EDC-424A-9FD8-7C58162B53CD}"/>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 links, browser back/forward, direct URL entry, refresh and keyboard focus after …</a:t>
            </a:r>
          </a:p>
        </p:txBody>
      </p:sp>
      <p:sp>
        <p:nvSpPr>
          <p:cNvPr id="22" name="">
            <a:extLst xmlns:a="http://schemas.openxmlformats.org/drawingml/2006/main">
              <a:ext uri="{FF2B5EF4-FFF2-40B4-BE49-F238E27FC236}">
                <a16:creationId xmlns:a16="http://schemas.microsoft.com/office/drawing/2014/main" id="{CD9DB964-3140-4F29-95E3-18B8EDDEB518}"/>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52203CB3-2F51-4A0C-95D8-44F034B3C7EA}"/>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436C5AC0-D9DC-4AD7-8A40-E0FD7979DC7F}"/>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for anchor misuse, imperative navigation where Link is clearer, and blank not-found …</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3.4</a:t>
            </a:r>
          </a:p>
        </p:txBody>
      </p:sp>
    </p:spTree>
    <p:extLst>
      <p:ext uri="{BB962C8B-B14F-4D97-AF65-F5344CB8AC3E}">
        <p14:creationId xmlns:p14="http://schemas.microsoft.com/office/powerpoint/2010/main" val="1406272018"/>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3F48AAE-51A8-46FF-87FF-11B2463399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699572D-C350-465E-9EE0-9F4CC7E72A7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FCE9F74-C238-4949-B28D-982FF9209A6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66CB7B49-8509-458F-ACAD-188A05E7BA4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66970C9A-DDC5-4880-B853-E35010B2404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098</a:t>
            </a:r>
          </a:p>
        </p:txBody>
      </p:sp>
      <p:sp>
        <p:nvSpPr>
          <p:cNvPr id="6" name="">
            <a:extLst xmlns:a="http://schemas.openxmlformats.org/drawingml/2006/main">
              <a:ext uri="{FF2B5EF4-FFF2-40B4-BE49-F238E27FC236}">
                <a16:creationId xmlns:a16="http://schemas.microsoft.com/office/drawing/2014/main" id="{DF398932-C57F-437D-9D46-DF946F7C1BD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28E45E1F-A16D-418F-B2FD-E02FC9E7E944}"/>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4426CCD0-F414-41AC-B174-B81CD4FA3AC8}"/>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4AC41B3D-B8F9-4137-8B8E-24703DE824C0}"/>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Add React Router in data/declarative configuration for board, task detail, about and not-found pages. Use links for user navigation, a shared layout, a dynamic taskId parameter and a useful unknown-task state. Preserve the task hook and avoid unrelated CSS rewrites.</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3.4</a:t>
            </a:r>
          </a:p>
        </p:txBody>
      </p:sp>
    </p:spTree>
    <p:extLst>
      <p:ext uri="{BB962C8B-B14F-4D97-AF65-F5344CB8AC3E}">
        <p14:creationId xmlns:p14="http://schemas.microsoft.com/office/powerpoint/2010/main" val="93291747"/>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1023D9EA-F832-4854-93D9-366AB79914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1C66D10-7061-4DB5-BAE9-520C51517C1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162073D-9727-4FC6-855A-E82396ECA83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8A769A06-0F35-4C3A-874B-38289D5E593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B42640D4-CBC0-46D8-A97B-1787868F45C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099</a:t>
            </a:r>
          </a:p>
        </p:txBody>
      </p:sp>
      <p:sp>
        <p:nvSpPr>
          <p:cNvPr id="6" name="">
            <a:extLst xmlns:a="http://schemas.openxmlformats.org/drawingml/2006/main">
              <a:ext uri="{FF2B5EF4-FFF2-40B4-BE49-F238E27FC236}">
                <a16:creationId xmlns:a16="http://schemas.microsoft.com/office/drawing/2014/main" id="{E8FCF490-73FB-436B-B456-3E6C3D9B9B1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B219C2D8-E0A8-4B92-B936-D3177F04CA17}"/>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3D96AFF8-E941-4C7A-A0AA-5F97D8B2C43D}"/>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B9734038-D379-4ADA-8419-DBC5A975431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257FA562-B9A2-4D93-99D1-5289D09B01B0}"/>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Using window.location for internal navigation</a:t>
            </a:r>
          </a:p>
        </p:txBody>
      </p:sp>
      <p:sp>
        <p:nvSpPr>
          <p:cNvPr id="11" name="">
            <a:extLst xmlns:a="http://schemas.openxmlformats.org/drawingml/2006/main">
              <a:ext uri="{FF2B5EF4-FFF2-40B4-BE49-F238E27FC236}">
                <a16:creationId xmlns:a16="http://schemas.microsoft.com/office/drawing/2014/main" id="{9A748F81-F12E-46A3-B048-E299554616C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51021468-4CBA-400F-A6BF-7BE44923C49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A6A38EF5-D4C2-4D92-B0E5-2BA80837B935}"/>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Missing not-found route</a:t>
            </a:r>
          </a:p>
        </p:txBody>
      </p:sp>
      <p:sp>
        <p:nvSpPr>
          <p:cNvPr id="14" name="">
            <a:extLst xmlns:a="http://schemas.openxmlformats.org/drawingml/2006/main">
              <a:ext uri="{FF2B5EF4-FFF2-40B4-BE49-F238E27FC236}">
                <a16:creationId xmlns:a16="http://schemas.microsoft.com/office/drawing/2014/main" id="{84CF8932-8B32-4CC2-83D2-790B12FDD94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64DC5D4C-08A4-487F-8E6F-F1501643D5DA}"/>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30EECAB8-4104-4218-A2DE-91A22E694CBC}"/>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Unknown ID crashes</a:t>
            </a:r>
          </a:p>
        </p:txBody>
      </p:sp>
      <p:sp>
        <p:nvSpPr>
          <p:cNvPr id="17" name="">
            <a:extLst xmlns:a="http://schemas.openxmlformats.org/drawingml/2006/main">
              <a:ext uri="{FF2B5EF4-FFF2-40B4-BE49-F238E27FC236}">
                <a16:creationId xmlns:a16="http://schemas.microsoft.com/office/drawing/2014/main" id="{ADEC4B8D-FA26-407C-98AF-A7AA30CA5B11}"/>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3A61CC42-E2CD-4A89-8A1B-C2DB41F5C668}"/>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7066A2E1-158A-4CE8-8DA4-90159BDA8F63}"/>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Direct refresh fails in deployment</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3.4</a:t>
            </a:r>
          </a:p>
        </p:txBody>
      </p:sp>
    </p:spTree>
    <p:extLst>
      <p:ext uri="{BB962C8B-B14F-4D97-AF65-F5344CB8AC3E}">
        <p14:creationId xmlns:p14="http://schemas.microsoft.com/office/powerpoint/2010/main" val="278783117"/>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EE4B8803-F3C1-432D-B934-41F68FD74F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C6B6696-35D7-49EF-927E-05607A4F1AA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7B5F3BC6-A7C3-4230-A347-AEBC70593F6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9A67F033-C589-4312-847E-1098EE24263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16F3C31D-F023-45C8-B871-6841806EDC2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100</a:t>
            </a:r>
          </a:p>
        </p:txBody>
      </p:sp>
      <p:sp>
        <p:nvSpPr>
          <p:cNvPr id="6" name="">
            <a:extLst xmlns:a="http://schemas.openxmlformats.org/drawingml/2006/main">
              <a:ext uri="{FF2B5EF4-FFF2-40B4-BE49-F238E27FC236}">
                <a16:creationId xmlns:a16="http://schemas.microsoft.com/office/drawing/2014/main" id="{5863A290-5010-48A0-8FA5-2DC98C125AC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896BA338-D275-42F9-9169-673E0B0A936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CFA493B-C908-4058-B44D-C53D9752CFE1}"/>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D50D4DF-B4ED-4583-A5C7-17B28EACB0C5}"/>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DB422456-CD6E-4A9A-A2D2-3052EDBD2BDF}"/>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4F5B4E63-F2F8-49D0-988B-1527F0569B45}"/>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routes render</a:t>
            </a:r>
          </a:p>
        </p:txBody>
      </p:sp>
      <p:sp>
        <p:nvSpPr>
          <p:cNvPr id="12" name="">
            <a:extLst xmlns:a="http://schemas.openxmlformats.org/drawingml/2006/main">
              <a:ext uri="{FF2B5EF4-FFF2-40B4-BE49-F238E27FC236}">
                <a16:creationId xmlns:a16="http://schemas.microsoft.com/office/drawing/2014/main" id="{F0D90079-1423-4566-B65E-214A85AFE5DD}"/>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Back/forward works</a:t>
            </a:r>
          </a:p>
        </p:txBody>
      </p:sp>
      <p:sp>
        <p:nvSpPr>
          <p:cNvPr id="13" name="">
            <a:extLst xmlns:a="http://schemas.openxmlformats.org/drawingml/2006/main">
              <a:ext uri="{FF2B5EF4-FFF2-40B4-BE49-F238E27FC236}">
                <a16:creationId xmlns:a16="http://schemas.microsoft.com/office/drawing/2014/main" id="{861E96DF-53AF-4652-B3A9-8B05F8AE157D}"/>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Unknown task is handled</a:t>
            </a:r>
          </a:p>
        </p:txBody>
      </p:sp>
      <p:sp>
        <p:nvSpPr>
          <p:cNvPr id="14" name="">
            <a:extLst xmlns:a="http://schemas.openxmlformats.org/drawingml/2006/main">
              <a:ext uri="{FF2B5EF4-FFF2-40B4-BE49-F238E27FC236}">
                <a16:creationId xmlns:a16="http://schemas.microsoft.com/office/drawing/2014/main" id="{473F3021-7A72-4A1E-A6A0-6F18D079BA48}"/>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Direct URLs are documented for hosting</a:t>
            </a:r>
          </a:p>
        </p:txBody>
      </p:sp>
      <p:sp>
        <p:nvSpPr>
          <p:cNvPr id="15" name="">
            <a:extLst xmlns:a="http://schemas.openxmlformats.org/drawingml/2006/main">
              <a:ext uri="{FF2B5EF4-FFF2-40B4-BE49-F238E27FC236}">
                <a16:creationId xmlns:a16="http://schemas.microsoft.com/office/drawing/2014/main" id="{BBD89344-1389-4D06-B2E3-73775CD65ABB}"/>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A9C28331-22BB-4658-A5CB-71BEA331D95A}"/>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320DEC7F-29E0-4637-81C0-EC6542856B2D}"/>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A926AD80-036B-43B2-9431-442463789EEE}"/>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55108212-B371-4AAC-92B9-DE176F45C037}"/>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3.4</a:t>
            </a:r>
          </a:p>
        </p:txBody>
      </p:sp>
    </p:spTree>
    <p:extLst>
      <p:ext uri="{BB962C8B-B14F-4D97-AF65-F5344CB8AC3E}">
        <p14:creationId xmlns:p14="http://schemas.microsoft.com/office/powerpoint/2010/main" val="1391482767"/>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2E402BBF-E412-4737-A6C7-0026DF28AC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60AE397-FAFE-4942-A482-80F5EA0A86D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83731DE0-7E19-4F09-8ADD-B5E0C489F88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8EE750C3-D7C7-4102-98AB-43ADA4FD34D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097F92BD-71F1-43D2-B91F-3FC83C8EF91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101</a:t>
            </a:r>
          </a:p>
        </p:txBody>
      </p:sp>
      <p:sp>
        <p:nvSpPr>
          <p:cNvPr id="6" name="">
            <a:extLst xmlns:a="http://schemas.openxmlformats.org/drawingml/2006/main">
              <a:ext uri="{FF2B5EF4-FFF2-40B4-BE49-F238E27FC236}">
                <a16:creationId xmlns:a16="http://schemas.microsoft.com/office/drawing/2014/main" id="{1AE469DB-3ECD-4802-9CD4-E4B9E61C611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Fetch API Data with Loading, Empty, Error and Retry States</a:t>
            </a:r>
          </a:p>
        </p:txBody>
      </p:sp>
      <p:sp>
        <p:nvSpPr>
          <p:cNvPr id="7" name="">
            <a:extLst xmlns:a="http://schemas.openxmlformats.org/drawingml/2006/main">
              <a:ext uri="{FF2B5EF4-FFF2-40B4-BE49-F238E27FC236}">
                <a16:creationId xmlns:a16="http://schemas.microsoft.com/office/drawing/2014/main" id="{4DDB5C76-4DA8-4FD4-A19F-9326AF746EE1}"/>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C47C69B3-76A2-4D59-AC77-224923D4542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03DA7D4-E4AB-47AC-864B-1DF661FEF6F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E16DFB6F-61B2-46E8-973D-0793760773B7}"/>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Replace local seed data with a controlled fetch pipeline and resilient user-visible states.</a:t>
            </a:r>
          </a:p>
        </p:txBody>
      </p:sp>
      <p:sp>
        <p:nvSpPr>
          <p:cNvPr id="11" name="">
            <a:extLst xmlns:a="http://schemas.openxmlformats.org/drawingml/2006/main">
              <a:ext uri="{FF2B5EF4-FFF2-40B4-BE49-F238E27FC236}">
                <a16:creationId xmlns:a16="http://schemas.microsoft.com/office/drawing/2014/main" id="{6C71E582-1039-43DF-A106-458C0524F3C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1442F8E-1C06-40F4-975B-BDE8410D83EA}"/>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2DCBF5AF-7F02-4B38-8F03-4806F32378B6}"/>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public/tasks.json, src/hooks/useTasksApi.ts, src/components/AsyncState.tsx</a:t>
            </a:r>
          </a:p>
        </p:txBody>
      </p:sp>
      <p:sp>
        <p:nvSpPr>
          <p:cNvPr id="14" name="">
            <a:extLst xmlns:a="http://schemas.openxmlformats.org/drawingml/2006/main">
              <a:ext uri="{FF2B5EF4-FFF2-40B4-BE49-F238E27FC236}">
                <a16:creationId xmlns:a16="http://schemas.microsoft.com/office/drawing/2014/main" id="{A2C0FA5F-A4CB-47F8-8F63-BE4C3C418FFA}"/>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B246AA95-A8D5-445C-95CF-ACE87ADDBC0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C25C25A-5B3B-426F-9087-76F945706F13}"/>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45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3.5</a:t>
            </a:r>
          </a:p>
        </p:txBody>
      </p:sp>
    </p:spTree>
    <p:extLst>
      <p:ext uri="{BB962C8B-B14F-4D97-AF65-F5344CB8AC3E}">
        <p14:creationId xmlns:p14="http://schemas.microsoft.com/office/powerpoint/2010/main" val="86818941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92317210-7B52-47F0-92D5-12AD58DBE4B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8B78A63-2C40-4253-835A-FBC539794EC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F3478F7-7DD0-4A0C-8030-0D72E347E9D4}"/>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5458E80B-80B5-4B42-97D3-322CFEC2C7C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5A1845EA-27DA-491C-8AB6-923131F575E8}"/>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102</a:t>
            </a:r>
          </a:p>
        </p:txBody>
      </p:sp>
      <p:sp>
        <p:nvSpPr>
          <p:cNvPr id="6" name="">
            <a:extLst xmlns:a="http://schemas.openxmlformats.org/drawingml/2006/main">
              <a:ext uri="{FF2B5EF4-FFF2-40B4-BE49-F238E27FC236}">
                <a16:creationId xmlns:a16="http://schemas.microsoft.com/office/drawing/2014/main" id="{94266159-87A0-46C7-989C-75AF54CEA13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F90A74BE-B043-4779-A7FB-308331E4A7F5}"/>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6000F5A-F549-4678-9559-4F8A1B3B9384}"/>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0913192-C3F0-4985-AD43-4DD19639A98B}"/>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339A0ECE-9E51-42F9-8EF8-60DC3D8314C5}"/>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A21EE93D-A2F9-43AA-B789-E82ED400C532}"/>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fetch</a:t>
            </a:r>
          </a:p>
        </p:txBody>
      </p:sp>
      <p:sp>
        <p:nvSpPr>
          <p:cNvPr id="12" name="">
            <a:extLst xmlns:a="http://schemas.openxmlformats.org/drawingml/2006/main">
              <a:ext uri="{FF2B5EF4-FFF2-40B4-BE49-F238E27FC236}">
                <a16:creationId xmlns:a16="http://schemas.microsoft.com/office/drawing/2014/main" id="{5DA9D108-6391-4A43-8D40-A74B78D03CA1}"/>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response.ok</a:t>
            </a:r>
          </a:p>
        </p:txBody>
      </p:sp>
      <p:sp>
        <p:nvSpPr>
          <p:cNvPr id="13" name="">
            <a:extLst xmlns:a="http://schemas.openxmlformats.org/drawingml/2006/main">
              <a:ext uri="{FF2B5EF4-FFF2-40B4-BE49-F238E27FC236}">
                <a16:creationId xmlns:a16="http://schemas.microsoft.com/office/drawing/2014/main" id="{BAEC4C2F-CEA7-4B28-95B4-5A9F2C10D25C}"/>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AbortController</a:t>
            </a:r>
          </a:p>
        </p:txBody>
      </p:sp>
      <p:sp>
        <p:nvSpPr>
          <p:cNvPr id="14" name="">
            <a:extLst xmlns:a="http://schemas.openxmlformats.org/drawingml/2006/main">
              <a:ext uri="{FF2B5EF4-FFF2-40B4-BE49-F238E27FC236}">
                <a16:creationId xmlns:a16="http://schemas.microsoft.com/office/drawing/2014/main" id="{05CE3F13-88FF-4B5C-8AA9-701A9C772113}"/>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state machine</a:t>
            </a:r>
          </a:p>
        </p:txBody>
      </p:sp>
      <p:sp>
        <p:nvSpPr>
          <p:cNvPr id="15" name="">
            <a:extLst xmlns:a="http://schemas.openxmlformats.org/drawingml/2006/main">
              <a:ext uri="{FF2B5EF4-FFF2-40B4-BE49-F238E27FC236}">
                <a16:creationId xmlns:a16="http://schemas.microsoft.com/office/drawing/2014/main" id="{03F508BD-0D60-4F1D-A782-44132D801244}"/>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four visible states work</a:t>
            </a:r>
          </a:p>
        </p:txBody>
      </p:sp>
      <p:sp>
        <p:nvSpPr>
          <p:cNvPr id="16" name="">
            <a:extLst xmlns:a="http://schemas.openxmlformats.org/drawingml/2006/main">
              <a:ext uri="{FF2B5EF4-FFF2-40B4-BE49-F238E27FC236}">
                <a16:creationId xmlns:a16="http://schemas.microsoft.com/office/drawing/2014/main" id="{8A6414F5-0006-4093-8233-25D6FB0CE17D}"/>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Retry recovers</a:t>
            </a:r>
          </a:p>
        </p:txBody>
      </p:sp>
      <p:sp>
        <p:nvSpPr>
          <p:cNvPr id="17" name="">
            <a:extLst xmlns:a="http://schemas.openxmlformats.org/drawingml/2006/main">
              <a:ext uri="{FF2B5EF4-FFF2-40B4-BE49-F238E27FC236}">
                <a16:creationId xmlns:a16="http://schemas.microsoft.com/office/drawing/2014/main" id="{FFECD04F-2C44-485E-B21A-DC7138B47C86}"/>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Unmount aborts request</a:t>
            </a:r>
          </a:p>
        </p:txBody>
      </p:sp>
      <p:sp>
        <p:nvSpPr>
          <p:cNvPr id="18" name="">
            <a:extLst xmlns:a="http://schemas.openxmlformats.org/drawingml/2006/main">
              <a:ext uri="{FF2B5EF4-FFF2-40B4-BE49-F238E27FC236}">
                <a16:creationId xmlns:a16="http://schemas.microsoft.com/office/drawing/2014/main" id="{53D140B0-D232-4C58-8F3A-9C46E81515D0}"/>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credentials are required</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3.5</a:t>
            </a:r>
          </a:p>
        </p:txBody>
      </p:sp>
    </p:spTree>
    <p:extLst>
      <p:ext uri="{BB962C8B-B14F-4D97-AF65-F5344CB8AC3E}">
        <p14:creationId xmlns:p14="http://schemas.microsoft.com/office/powerpoint/2010/main" val="1959495978"/>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65B21046-CCC8-4B05-B3F7-2E69691EDD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15C5D59-9A8B-43C1-B64E-D0DCCE97C2E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8286C1B6-8B14-47CE-8639-F5FAE5F592D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402EF314-41BE-43ED-B72C-78EBEA54029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31831DA6-5837-4E1E-8145-969E8ED1B19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103</a:t>
            </a:r>
          </a:p>
        </p:txBody>
      </p:sp>
      <p:sp>
        <p:nvSpPr>
          <p:cNvPr id="6" name="">
            <a:extLst xmlns:a="http://schemas.openxmlformats.org/drawingml/2006/main">
              <a:ext uri="{FF2B5EF4-FFF2-40B4-BE49-F238E27FC236}">
                <a16:creationId xmlns:a16="http://schemas.microsoft.com/office/drawing/2014/main" id="{7C9394BE-5663-4A89-95F9-A40AE13EA7D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F0290C7B-FDFA-4BC1-A52B-047416F0E977}"/>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CE657F9F-3ABD-47C9-B714-7EB1A9D873FF}"/>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F230B403-BE7F-43A9-A2D9-DE6C8069EE0F}"/>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local JSON endpoint with synthetic tasks so the lab needs no credentials</a:t>
            </a:r>
          </a:p>
        </p:txBody>
      </p:sp>
      <p:sp>
        <p:nvSpPr>
          <p:cNvPr id="10" name="">
            <a:extLst xmlns:a="http://schemas.openxmlformats.org/drawingml/2006/main">
              <a:ext uri="{FF2B5EF4-FFF2-40B4-BE49-F238E27FC236}">
                <a16:creationId xmlns:a16="http://schemas.microsoft.com/office/drawing/2014/main" id="{75A0A18E-9E80-4627-B763-654DB42E5626}"/>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0788427-3828-4926-ABD5-E63E55C24F50}"/>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6C15B7C3-F696-474F-9D1C-125EAEE0FE4E}"/>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Model idle/loading/success/empty/error rather than a single ambiguous boolean</a:t>
            </a:r>
          </a:p>
        </p:txBody>
      </p:sp>
      <p:sp>
        <p:nvSpPr>
          <p:cNvPr id="13" name="">
            <a:extLst xmlns:a="http://schemas.openxmlformats.org/drawingml/2006/main">
              <a:ext uri="{FF2B5EF4-FFF2-40B4-BE49-F238E27FC236}">
                <a16:creationId xmlns:a16="http://schemas.microsoft.com/office/drawing/2014/main" id="{001467B8-584C-4BBD-834D-8EA3D888884A}"/>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8F6E3AB8-B220-4E5A-8635-1A85AAC83A0D}"/>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E1E9057D-F898-4251-A928-C93BF496C672}"/>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Fetch inside an effect, check response.ok, validate the payload and abort on cleanup</a:t>
            </a:r>
          </a:p>
        </p:txBody>
      </p:sp>
      <p:sp>
        <p:nvSpPr>
          <p:cNvPr id="16" name="">
            <a:extLst xmlns:a="http://schemas.openxmlformats.org/drawingml/2006/main">
              <a:ext uri="{FF2B5EF4-FFF2-40B4-BE49-F238E27FC236}">
                <a16:creationId xmlns:a16="http://schemas.microsoft.com/office/drawing/2014/main" id="{4E85E1BA-7C5B-44BA-A1A3-62E309A33A5D}"/>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172BE6E-91B0-472B-A14B-B7145A448467}"/>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CF98C04B-B573-4F3D-997F-CD5C1FF43DBD}"/>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Expose a retry action and a useful error message without leaking stack traces</a:t>
            </a:r>
          </a:p>
        </p:txBody>
      </p:sp>
      <p:sp>
        <p:nvSpPr>
          <p:cNvPr id="19" name="">
            <a:extLst xmlns:a="http://schemas.openxmlformats.org/drawingml/2006/main">
              <a:ext uri="{FF2B5EF4-FFF2-40B4-BE49-F238E27FC236}">
                <a16:creationId xmlns:a16="http://schemas.microsoft.com/office/drawing/2014/main" id="{F9350986-9672-4198-BE84-6DEBE92FB6CB}"/>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AF2FE"/>
          </a:solidFill>
          <a:ln xmlns:a="http://schemas.openxmlformats.org/drawingml/2006/main" w="14604">
            <a:solidFill>
              <a:srgbClr val="1F6FEB"/>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CE4D4DD1-632F-477D-9330-0D8457580F13}"/>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F6CF1248-D940-41C5-ABE5-8C9CFAAAB1DF}"/>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 normal data, empty array, invalid JSON, 404 path, slow network and component unmount</a:t>
            </a:r>
          </a:p>
        </p:txBody>
      </p:sp>
      <p:sp>
        <p:nvSpPr>
          <p:cNvPr id="22" name="">
            <a:extLst xmlns:a="http://schemas.openxmlformats.org/drawingml/2006/main">
              <a:ext uri="{FF2B5EF4-FFF2-40B4-BE49-F238E27FC236}">
                <a16:creationId xmlns:a16="http://schemas.microsoft.com/office/drawing/2014/main" id="{57DBB996-5461-4539-93F9-75D0D77F7110}"/>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9AC35170-A632-4FC7-B6C5-9354927C13BE}"/>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C66B4A10-8AE0-433C-B15B-92C5E73B5292}"/>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for requests during render, missing cleanup, swallowed errors and endless spinner</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3.5</a:t>
            </a:r>
          </a:p>
        </p:txBody>
      </p:sp>
    </p:spTree>
    <p:extLst>
      <p:ext uri="{BB962C8B-B14F-4D97-AF65-F5344CB8AC3E}">
        <p14:creationId xmlns:p14="http://schemas.microsoft.com/office/powerpoint/2010/main" val="81016967"/>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0F8126E4-66A4-400F-9DE8-680D9077BC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2D8E51B-0C91-43BD-ADFF-20574417D42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7C8818B6-D2DF-485C-8327-74DA08C4FEE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5A0D3124-AE15-4658-8154-5086306D7504}"/>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1E04DDF-564A-4CAF-9F39-A3C4A504DADB}"/>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104</a:t>
            </a:r>
          </a:p>
        </p:txBody>
      </p:sp>
      <p:sp>
        <p:nvSpPr>
          <p:cNvPr id="6" name="">
            <a:extLst xmlns:a="http://schemas.openxmlformats.org/drawingml/2006/main">
              <a:ext uri="{FF2B5EF4-FFF2-40B4-BE49-F238E27FC236}">
                <a16:creationId xmlns:a16="http://schemas.microsoft.com/office/drawing/2014/main" id="{C9B01E11-8804-4337-92FA-D185D18C5E2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08061840-F514-41F6-A90E-219429BBFC14}"/>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195AF6A1-E1FC-4736-8514-35CB424705B9}"/>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B19666EE-E860-40CB-94B8-A1A9A4EBB711}"/>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Create useTasksApi for /tasks.json with loading, success, empty and error states, response.ok checking, runtime shape validation, AbortController cleanup and retry. Keep synthetic data local and show accessible status messages. Do not hide errors or fetch during render.</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3.5</a:t>
            </a:r>
          </a:p>
        </p:txBody>
      </p:sp>
    </p:spTree>
    <p:extLst>
      <p:ext uri="{BB962C8B-B14F-4D97-AF65-F5344CB8AC3E}">
        <p14:creationId xmlns:p14="http://schemas.microsoft.com/office/powerpoint/2010/main" val="2085370391"/>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A4EF386-187A-45EC-B2F4-29F656BD4D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A5D4D64-04B5-4F4B-BD44-DAF331E5F2C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7BD3AFA-6A0D-4535-82A1-3890CE287312}"/>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84354A0E-F44F-40C6-B3FA-E9F6226DE82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5F690B16-BA04-4E19-B836-28CBFAF7B1E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105</a:t>
            </a:r>
          </a:p>
        </p:txBody>
      </p:sp>
      <p:sp>
        <p:nvSpPr>
          <p:cNvPr id="6" name="">
            <a:extLst xmlns:a="http://schemas.openxmlformats.org/drawingml/2006/main">
              <a:ext uri="{FF2B5EF4-FFF2-40B4-BE49-F238E27FC236}">
                <a16:creationId xmlns:a16="http://schemas.microsoft.com/office/drawing/2014/main" id="{64690314-1E28-4380-80CB-94C41A72CA4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C6906D62-D818-4BE9-8E2C-331B3C8EBFA0}"/>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1976C43C-6E38-4397-BB4C-8687DC9DC8FF}"/>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0408FE6-BFA3-4451-A7FE-37D09BD725C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FDFF985B-4291-49D1-B3F2-01A45B1D3FA4}"/>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fetch during render</a:t>
            </a:r>
          </a:p>
        </p:txBody>
      </p:sp>
      <p:sp>
        <p:nvSpPr>
          <p:cNvPr id="11" name="">
            <a:extLst xmlns:a="http://schemas.openxmlformats.org/drawingml/2006/main">
              <a:ext uri="{FF2B5EF4-FFF2-40B4-BE49-F238E27FC236}">
                <a16:creationId xmlns:a16="http://schemas.microsoft.com/office/drawing/2014/main" id="{2CB6CE11-9226-4A07-83AA-FFF1126AA7C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EF69585-9FF8-43EC-9EC4-1A8FADB2F19C}"/>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DD60396E-2A31-4FF1-8E6C-82BDF45FE5D4}"/>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response.ok check</a:t>
            </a:r>
          </a:p>
        </p:txBody>
      </p:sp>
      <p:sp>
        <p:nvSpPr>
          <p:cNvPr id="14" name="">
            <a:extLst xmlns:a="http://schemas.openxmlformats.org/drawingml/2006/main">
              <a:ext uri="{FF2B5EF4-FFF2-40B4-BE49-F238E27FC236}">
                <a16:creationId xmlns:a16="http://schemas.microsoft.com/office/drawing/2014/main" id="{0EBD5391-E595-4883-AC9B-9F4EC37EB7B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3B86D245-CF71-4D5D-90C8-8D4D3FA49BC8}"/>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7A717E6-7397-45FC-9A47-53689806888C}"/>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Abort reported as user error</a:t>
            </a:r>
          </a:p>
        </p:txBody>
      </p:sp>
      <p:sp>
        <p:nvSpPr>
          <p:cNvPr id="17" name="">
            <a:extLst xmlns:a="http://schemas.openxmlformats.org/drawingml/2006/main">
              <a:ext uri="{FF2B5EF4-FFF2-40B4-BE49-F238E27FC236}">
                <a16:creationId xmlns:a16="http://schemas.microsoft.com/office/drawing/2014/main" id="{A92F23EE-1B00-486A-9C44-3A06D53B9FDB}"/>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45C67ADC-FA06-4E25-AD84-ABF10329F870}"/>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7281E03B-9789-4137-A03D-C050EE0915A4}"/>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Error leaves loading true forever</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3.5</a:t>
            </a:r>
          </a:p>
        </p:txBody>
      </p:sp>
    </p:spTree>
    <p:extLst>
      <p:ext uri="{BB962C8B-B14F-4D97-AF65-F5344CB8AC3E}">
        <p14:creationId xmlns:p14="http://schemas.microsoft.com/office/powerpoint/2010/main" val="191377383"/>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EAF2FE"/>
          </a:solidFill>
          <a:ln>
            <a:solidFill>
              <a:srgbClr val="EA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44123902-F3D0-45D2-BD8E-201146D3A3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4C88EC8-64BF-4C6C-B415-330AB9F34C8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C9AAF84-414F-4F69-BC74-7348F8DF971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A3B3ADAA-DA15-426D-9C25-B9A44227144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8187735-487E-41E4-90A9-832362C3FCF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106</a:t>
            </a:r>
          </a:p>
        </p:txBody>
      </p:sp>
      <p:sp>
        <p:nvSpPr>
          <p:cNvPr id="6" name="">
            <a:extLst xmlns:a="http://schemas.openxmlformats.org/drawingml/2006/main">
              <a:ext uri="{FF2B5EF4-FFF2-40B4-BE49-F238E27FC236}">
                <a16:creationId xmlns:a16="http://schemas.microsoft.com/office/drawing/2014/main" id="{297B4D62-7B84-44F3-AAC7-2E52FEA0E8F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042A2B8B-FFC6-498B-A4D6-E1BE7660ABC5}"/>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3C491F9-B06C-4F1D-A9AC-DAD79936F66C}"/>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B6CD0D2-0E3C-4F2A-AB87-EA96363C298D}"/>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2954DE29-0AB2-47C3-9AAE-EF01A2993736}"/>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4B2EFA65-EA6F-4C3C-A23C-63493B686FEA}"/>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four visible states work</a:t>
            </a:r>
          </a:p>
        </p:txBody>
      </p:sp>
      <p:sp>
        <p:nvSpPr>
          <p:cNvPr id="12" name="">
            <a:extLst xmlns:a="http://schemas.openxmlformats.org/drawingml/2006/main">
              <a:ext uri="{FF2B5EF4-FFF2-40B4-BE49-F238E27FC236}">
                <a16:creationId xmlns:a16="http://schemas.microsoft.com/office/drawing/2014/main" id="{7F8D83CF-A793-4F45-8058-5A6EFC0ABF7F}"/>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Retry recovers</a:t>
            </a:r>
          </a:p>
        </p:txBody>
      </p:sp>
      <p:sp>
        <p:nvSpPr>
          <p:cNvPr id="13" name="">
            <a:extLst xmlns:a="http://schemas.openxmlformats.org/drawingml/2006/main">
              <a:ext uri="{FF2B5EF4-FFF2-40B4-BE49-F238E27FC236}">
                <a16:creationId xmlns:a16="http://schemas.microsoft.com/office/drawing/2014/main" id="{D465FA96-6B30-4764-B949-0BA3554A8459}"/>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Unmount aborts request</a:t>
            </a:r>
          </a:p>
        </p:txBody>
      </p:sp>
      <p:sp>
        <p:nvSpPr>
          <p:cNvPr id="14" name="">
            <a:extLst xmlns:a="http://schemas.openxmlformats.org/drawingml/2006/main">
              <a:ext uri="{FF2B5EF4-FFF2-40B4-BE49-F238E27FC236}">
                <a16:creationId xmlns:a16="http://schemas.microsoft.com/office/drawing/2014/main" id="{2C058E25-7C62-4F0F-9763-007C1A64E41E}"/>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credentials are required</a:t>
            </a:r>
          </a:p>
        </p:txBody>
      </p:sp>
      <p:sp>
        <p:nvSpPr>
          <p:cNvPr id="15" name="">
            <a:extLst xmlns:a="http://schemas.openxmlformats.org/drawingml/2006/main">
              <a:ext uri="{FF2B5EF4-FFF2-40B4-BE49-F238E27FC236}">
                <a16:creationId xmlns:a16="http://schemas.microsoft.com/office/drawing/2014/main" id="{F396C45B-0477-4A29-B12A-D9AED392CAF7}"/>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B32621C1-7F9D-4982-BDCE-456195820D2B}"/>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7AE80D27-37A8-4D53-8C4E-1BF7CAA79865}"/>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EAF2FE"/>
          </a:solidFill>
          <a:ln xmlns:a="http://schemas.openxmlformats.org/drawingml/2006/main" w="14604">
            <a:solidFill>
              <a:srgbClr val="1F6FEB"/>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E8A685F7-C9A7-41F0-955E-75C9229970B4}"/>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6B1358B4-0240-4AC9-9DA2-19024EA983BF}"/>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1F6FEB"/>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EAF2FE"/>
                </a:solidFill>
                <a:latin typeface="Arial"/>
              </a:rPr>
              <a:t>3.5</a:t>
            </a:r>
          </a:p>
        </p:txBody>
      </p:sp>
    </p:spTree>
    <p:extLst>
      <p:ext uri="{BB962C8B-B14F-4D97-AF65-F5344CB8AC3E}">
        <p14:creationId xmlns:p14="http://schemas.microsoft.com/office/powerpoint/2010/main" val="123376352"/>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3" name="Oval 32"/>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Rectangle 9"/>
          <p:cNvSpPr/>
          <p:nvPr/>
        </p:nvSpPr>
        <p:spPr>
          <a:xfrm>
            <a:off x="7909560" y="0"/>
            <a:ext cx="4282135" cy="6858000"/>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201168"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84340FD0-687A-40A8-BE0C-C88EF649A0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C25493F-1B45-4386-A98E-E322843069C2}"/>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10CFCC7-58BA-48D3-B9F2-87B57D7E17DB}"/>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304BDAF8-2CFA-45C9-89B9-90525DC43A50}"/>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Topic 4: Debugging, Testing and Deploying React Apps with AI</a:t>
            </a:r>
          </a:p>
        </p:txBody>
      </p:sp>
      <p:sp>
        <p:nvSpPr>
          <p:cNvPr id="5" name="">
            <a:extLst xmlns:a="http://schemas.openxmlformats.org/drawingml/2006/main">
              <a:ext uri="{FF2B5EF4-FFF2-40B4-BE49-F238E27FC236}">
                <a16:creationId xmlns:a16="http://schemas.microsoft.com/office/drawing/2014/main" id="{5A84F7A3-A787-44DF-B04E-7937B117543B}"/>
              </a:ext>
            </a:extLst>
          </p:cNvPr>
          <p:cNvSpPr>
            <a:spLocks xmlns:a="http://schemas.openxmlformats.org/drawingml/2006/main" noGrp="1"/>
          </p:cNvSpPr>
          <p:nvPr/>
        </p:nvSpPr>
        <p:spPr>
          <a:xfrm xmlns:a="http://schemas.openxmlformats.org/drawingml/2006/main">
            <a:off x="800100" y="323850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A6872"/>
                </a:solidFill>
              </a:defRPr>
            </a:pPr>
            <a:r>
              <a:rPr sz="1725" b="0">
                <a:solidFill>
                  <a:srgbClr val="5A6872"/>
                </a:solidFill>
              </a:rPr>
              <a:t>Diagnose failures, generate focused tests, optimize and document the app, and deploy a verified production build.</a:t>
            </a:r>
          </a:p>
        </p:txBody>
      </p:sp>
      <p:sp>
        <p:nvSpPr>
          <p:cNvPr id="6" name="">
            <a:extLst xmlns:a="http://schemas.openxmlformats.org/drawingml/2006/main">
              <a:ext uri="{FF2B5EF4-FFF2-40B4-BE49-F238E27FC236}">
                <a16:creationId xmlns:a16="http://schemas.microsoft.com/office/drawing/2014/main" id="{ACFCFBD5-FE5E-4385-84C8-C1D4BC99F05E}"/>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D45F423B-5D16-4C3F-8A30-26D409D8ED3A}"/>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3AB96DCE-511C-4194-9B32-E8E414ACF4BA}"/>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2.1  •  Agentic AI Loop Engineering</a:t>
            </a:r>
          </a:p>
        </p:txBody>
      </p:sp>
      <p:sp xmlns:a="http://schemas.openxmlformats.org/drawingml/2006/main">
        <p:nvSpPr>
          <p:cNvPr id="11" name="Rounded Rectangle 10"/>
          <p:cNvSpPr/>
          <p:nvPr/>
        </p:nvSpPr>
        <p:spPr>
          <a:xfrm>
            <a:off x="8366760" y="5047488"/>
            <a:ext cx="1051560" cy="658368"/>
          </a:xfrm>
          <a:prstGeom prst="roundRect">
            <a:avLst/>
          </a:prstGeom>
          <a:solidFill>
            <a:srgbClr val="FFFFFF"/>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ounded Rectangle 11"/>
          <p:cNvSpPr/>
          <p:nvPr/>
        </p:nvSpPr>
        <p:spPr>
          <a:xfrm>
            <a:off x="9857232" y="5047488"/>
            <a:ext cx="1051560" cy="658368"/>
          </a:xfrm>
          <a:prstGeom prst="roundRect">
            <a:avLst/>
          </a:prstGeom>
          <a:solidFill>
            <a:srgbClr val="FFFFFF"/>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ounded Rectangle 12"/>
          <p:cNvSpPr/>
          <p:nvPr/>
        </p:nvSpPr>
        <p:spPr>
          <a:xfrm>
            <a:off x="11018520" y="5047488"/>
            <a:ext cx="1051560" cy="658368"/>
          </a:xfrm>
          <a:prstGeom prst="roundRect">
            <a:avLst/>
          </a:prstGeom>
          <a:solidFill>
            <a:srgbClr val="FFFFFF"/>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9418320" y="5340096"/>
            <a:ext cx="438912" cy="73152"/>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0908792" y="5340096"/>
            <a:ext cx="109728" cy="73152"/>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8522208" y="5212080"/>
            <a:ext cx="749808" cy="219456"/>
          </a:xfrm>
          <a:prstGeom prst="rect">
            <a:avLst/>
          </a:prstGeom>
          <a:noFill/>
        </p:spPr>
        <p:txBody>
          <a:bodyPr wrap="none" lIns="0" rIns="0" tIns="0" bIns="0" anchor="ctr">
            <a:spAutoFit/>
          </a:bodyPr>
          <a:lstStyle/>
          <a:p>
            <a:pPr algn="ctr"/>
            <a:r>
              <a:rPr sz="900" b="1">
                <a:solidFill>
                  <a:srgbClr val="C65D21"/>
                </a:solidFill>
                <a:latin typeface="Arial"/>
              </a:rPr>
              <a:t>&lt;/&gt;  CODE</a:t>
            </a:r>
          </a:p>
        </p:txBody>
      </p:sp>
      <p:sp xmlns:a="http://schemas.openxmlformats.org/drawingml/2006/main">
        <p:nvSpPr>
          <p:cNvPr id="17" name="TextBox 16"/>
          <p:cNvSpPr txBox="1"/>
          <p:nvPr/>
        </p:nvSpPr>
        <p:spPr>
          <a:xfrm>
            <a:off x="10003536" y="5212080"/>
            <a:ext cx="749808" cy="219456"/>
          </a:xfrm>
          <a:prstGeom prst="rect">
            <a:avLst/>
          </a:prstGeom>
          <a:noFill/>
        </p:spPr>
        <p:txBody>
          <a:bodyPr wrap="none" lIns="0" rIns="0" tIns="0" bIns="0" anchor="ctr">
            <a:spAutoFit/>
          </a:bodyPr>
          <a:lstStyle/>
          <a:p>
            <a:pPr algn="ctr"/>
            <a:r>
              <a:rPr sz="900" b="1">
                <a:solidFill>
                  <a:srgbClr val="C65D21"/>
                </a:solidFill>
                <a:latin typeface="Arial"/>
              </a:rPr>
              <a:t>AI  PLAN</a:t>
            </a:r>
          </a:p>
        </p:txBody>
      </p:sp>
      <p:sp xmlns:a="http://schemas.openxmlformats.org/drawingml/2006/main">
        <p:nvSpPr>
          <p:cNvPr id="18" name="TextBox 17"/>
          <p:cNvSpPr txBox="1"/>
          <p:nvPr/>
        </p:nvSpPr>
        <p:spPr>
          <a:xfrm>
            <a:off x="11173968" y="5212080"/>
            <a:ext cx="640080" cy="219456"/>
          </a:xfrm>
          <a:prstGeom prst="rect">
            <a:avLst/>
          </a:prstGeom>
          <a:noFill/>
        </p:spPr>
        <p:txBody>
          <a:bodyPr wrap="none" lIns="0" rIns="0" tIns="0" bIns="0" anchor="ctr">
            <a:spAutoFit/>
          </a:bodyPr>
          <a:lstStyle/>
          <a:p>
            <a:pPr algn="ctr"/>
            <a:r>
              <a:rPr sz="900" b="1">
                <a:solidFill>
                  <a:srgbClr val="C65D21"/>
                </a:solidFill>
                <a:latin typeface="Arial"/>
              </a:rPr>
              <a:t>SHIP</a:t>
            </a:r>
          </a:p>
        </p:txBody>
      </p:sp>
    </p:spTree>
    <p:extLst>
      <p:ext uri="{BB962C8B-B14F-4D97-AF65-F5344CB8AC3E}">
        <p14:creationId xmlns:p14="http://schemas.microsoft.com/office/powerpoint/2010/main" val="218514178"/>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Oval 40"/>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6A3CD99D-5519-4557-84D7-FAA3C9027E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7D7474E-3D7E-43D5-8C30-1A9FB7D8751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44420CCE-162D-42F0-B5C7-80115B47353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4</a:t>
            </a:r>
          </a:p>
        </p:txBody>
      </p:sp>
      <p:sp>
        <p:nvSpPr>
          <p:cNvPr id="4" name="">
            <a:extLst xmlns:a="http://schemas.openxmlformats.org/drawingml/2006/main">
              <a:ext uri="{FF2B5EF4-FFF2-40B4-BE49-F238E27FC236}">
                <a16:creationId xmlns:a16="http://schemas.microsoft.com/office/drawing/2014/main" id="{B2947373-337D-48DD-9F77-A5930F49571D}"/>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D61B5073-8111-4EC4-AB22-D9055B211C9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108</a:t>
            </a:r>
          </a:p>
        </p:txBody>
      </p:sp>
      <p:sp>
        <p:nvSpPr>
          <p:cNvPr id="6" name="">
            <a:extLst xmlns:a="http://schemas.openxmlformats.org/drawingml/2006/main">
              <a:ext uri="{FF2B5EF4-FFF2-40B4-BE49-F238E27FC236}">
                <a16:creationId xmlns:a16="http://schemas.microsoft.com/office/drawing/2014/main" id="{DE21EC9B-ED04-4FED-B85A-A63F4797894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Published topic outcomes</a:t>
            </a:r>
          </a:p>
        </p:txBody>
      </p:sp>
      <p:sp>
        <p:nvSpPr>
          <p:cNvPr id="7" name="">
            <a:extLst xmlns:a="http://schemas.openxmlformats.org/drawingml/2006/main">
              <a:ext uri="{FF2B5EF4-FFF2-40B4-BE49-F238E27FC236}">
                <a16:creationId xmlns:a16="http://schemas.microsoft.com/office/drawing/2014/main" id="{5EC6FAAA-1F6B-4A7A-845C-C8C04B6913B4}"/>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Five connected labs; every lab ends in a recoverable checkpoint.</a:t>
            </a:r>
          </a:p>
        </p:txBody>
      </p:sp>
      <p:sp>
        <p:nvSpPr>
          <p:cNvPr id="8" name="">
            <a:extLst xmlns:a="http://schemas.openxmlformats.org/drawingml/2006/main">
              <a:ext uri="{FF2B5EF4-FFF2-40B4-BE49-F238E27FC236}">
                <a16:creationId xmlns:a16="http://schemas.microsoft.com/office/drawing/2014/main" id="{0B503554-4D98-4EF2-8BCC-8AFFA080B95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398C0848-43E6-4143-908C-39E3798F7AA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5450E8E-6B70-4174-A521-97BA59252A01}"/>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4.1 — Run an Evidence-Led Debugging Loop</a:t>
            </a:r>
          </a:p>
        </p:txBody>
      </p:sp>
      <p:sp>
        <p:nvSpPr>
          <p:cNvPr id="11" name="">
            <a:extLst xmlns:a="http://schemas.openxmlformats.org/drawingml/2006/main">
              <a:ext uri="{FF2B5EF4-FFF2-40B4-BE49-F238E27FC236}">
                <a16:creationId xmlns:a16="http://schemas.microsoft.com/office/drawing/2014/main" id="{A3E1D9C5-FBEE-4F24-A0F5-0360AD3C243A}"/>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A95284D-5A40-4687-8E63-17AB805EE28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F5F42277-DD12-45A7-B802-AF7909A1B3C7}"/>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4.2 — Test User Behaviour with Vitest and Testing Library</a:t>
            </a:r>
          </a:p>
        </p:txBody>
      </p:sp>
      <p:sp>
        <p:nvSpPr>
          <p:cNvPr id="14" name="">
            <a:extLst xmlns:a="http://schemas.openxmlformats.org/drawingml/2006/main">
              <a:ext uri="{FF2B5EF4-FFF2-40B4-BE49-F238E27FC236}">
                <a16:creationId xmlns:a16="http://schemas.microsoft.com/office/drawing/2014/main" id="{0D1B5D76-1B4E-41D5-8B9B-A568632F4CE6}"/>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03779E37-0B2E-4E38-A599-C0BAA6BDA6D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BF44A1F8-7F65-4949-982D-1380F3050784}"/>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4.3 — Audit Accessibility and Error Recovery</a:t>
            </a:r>
          </a:p>
        </p:txBody>
      </p:sp>
      <p:sp>
        <p:nvSpPr>
          <p:cNvPr id="17" name="">
            <a:extLst xmlns:a="http://schemas.openxmlformats.org/drawingml/2006/main">
              <a:ext uri="{FF2B5EF4-FFF2-40B4-BE49-F238E27FC236}">
                <a16:creationId xmlns:a16="http://schemas.microsoft.com/office/drawing/2014/main" id="{A74D762A-ED95-42FA-84DF-8B372E29FB80}"/>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28818527-215B-4555-903F-9DD2C7DADFFE}"/>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DBE49B46-ED0C-4091-9111-DEEB5C75B4D9}"/>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4.4 — Profile, Refactor and Document Production Code</a:t>
            </a:r>
          </a:p>
        </p:txBody>
      </p:sp>
      <p:sp>
        <p:nvSpPr>
          <p:cNvPr id="20" name="">
            <a:extLst xmlns:a="http://schemas.openxmlformats.org/drawingml/2006/main">
              <a:ext uri="{FF2B5EF4-FFF2-40B4-BE49-F238E27FC236}">
                <a16:creationId xmlns:a16="http://schemas.microsoft.com/office/drawing/2014/main" id="{2D3A4293-64B8-4A39-B002-5C76DB8F84D5}"/>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6021B51C-2BD0-4E73-8800-DBB09B33515C}"/>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2" name="">
            <a:extLst xmlns:a="http://schemas.openxmlformats.org/drawingml/2006/main">
              <a:ext uri="{FF2B5EF4-FFF2-40B4-BE49-F238E27FC236}">
                <a16:creationId xmlns:a16="http://schemas.microsoft.com/office/drawing/2014/main" id="{10B120AC-D892-495A-953D-0E025C87F9E9}"/>
              </a:ext>
            </a:extLst>
          </p:cNvPr>
          <p:cNvSpPr>
            <a:spLocks xmlns:a="http://schemas.openxmlformats.org/drawingml/2006/main" noGrp="1"/>
          </p:cNvSpPr>
          <p:nvPr/>
        </p:nvSpPr>
        <p:spPr>
          <a:xfrm xmlns:a="http://schemas.openxmlformats.org/drawingml/2006/main">
            <a:off x="1352550" y="49339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4.5 — Build, Deploy and Demonstrate the Capstone</a:t>
            </a:r>
          </a:p>
        </p:txBody>
      </p:sp>
      <p:sp xmlns:a="http://schemas.openxmlformats.org/drawingml/2006/main">
        <p:nvSpPr>
          <p:cNvPr id="42" name="TextBox 41"/>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C65D21"/>
                </a:solidFill>
                <a:latin typeface="Arial"/>
              </a:rPr>
              <a:t>108</a:t>
            </a:r>
          </a:p>
        </p:txBody>
      </p:sp>
    </p:spTree>
    <p:extLst>
      <p:ext uri="{BB962C8B-B14F-4D97-AF65-F5344CB8AC3E}">
        <p14:creationId xmlns:p14="http://schemas.microsoft.com/office/powerpoint/2010/main" val="1661889489"/>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0" name="Oval 39"/>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E12E374A-E56A-44F5-B86F-0D86D736DD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88676AF-8605-43F8-991B-263BDAB36E4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F672E48-3D4E-4B84-8623-7E04CBDACBC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4</a:t>
            </a:r>
          </a:p>
        </p:txBody>
      </p:sp>
      <p:sp>
        <p:nvSpPr>
          <p:cNvPr id="4" name="">
            <a:extLst xmlns:a="http://schemas.openxmlformats.org/drawingml/2006/main">
              <a:ext uri="{FF2B5EF4-FFF2-40B4-BE49-F238E27FC236}">
                <a16:creationId xmlns:a16="http://schemas.microsoft.com/office/drawing/2014/main" id="{ACF9F1E7-FF9B-40AB-BCC7-9122418C67F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2DF138F1-7E1A-4DAD-8DB4-FB870182BAA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109</a:t>
            </a:r>
          </a:p>
        </p:txBody>
      </p:sp>
      <p:sp>
        <p:nvSpPr>
          <p:cNvPr id="6" name="">
            <a:extLst xmlns:a="http://schemas.openxmlformats.org/drawingml/2006/main">
              <a:ext uri="{FF2B5EF4-FFF2-40B4-BE49-F238E27FC236}">
                <a16:creationId xmlns:a16="http://schemas.microsoft.com/office/drawing/2014/main" id="{F03EAA44-5FBC-4A5E-A1A6-F88CE8F948D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Topic learning journey</a:t>
            </a:r>
          </a:p>
        </p:txBody>
      </p:sp>
      <p:sp>
        <p:nvSpPr>
          <p:cNvPr id="7" name="">
            <a:extLst xmlns:a="http://schemas.openxmlformats.org/drawingml/2006/main">
              <a:ext uri="{FF2B5EF4-FFF2-40B4-BE49-F238E27FC236}">
                <a16:creationId xmlns:a16="http://schemas.microsoft.com/office/drawing/2014/main" id="{452671D2-45CB-463B-AC1D-9791CFB92746}"/>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3490F85-EB9F-425E-981C-01A14AF63573}"/>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49C62641-3B07-4B5E-9613-E34DE73B4ECE}"/>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4.1 Reproduce, isolate and fix a controlled stale-state defect with a minimal reviewed patch.</a:t>
            </a:r>
          </a:p>
        </p:txBody>
      </p:sp>
      <p:sp>
        <p:nvSpPr>
          <p:cNvPr id="10" name="">
            <a:extLst xmlns:a="http://schemas.openxmlformats.org/drawingml/2006/main">
              <a:ext uri="{FF2B5EF4-FFF2-40B4-BE49-F238E27FC236}">
                <a16:creationId xmlns:a16="http://schemas.microsoft.com/office/drawing/2014/main" id="{B8D35432-6527-4DE1-ACA0-DDAE85346E54}"/>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F051F5D2-65BF-4C2B-B712-0C7FE011F655}"/>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950FF4D7-9506-48ED-B173-01A0DE696F8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4.2 Build a focused test suite for rendering, filtering, task movement, forms and routes.</a:t>
            </a:r>
          </a:p>
        </p:txBody>
      </p:sp>
      <p:sp>
        <p:nvSpPr>
          <p:cNvPr id="13" name="">
            <a:extLst xmlns:a="http://schemas.openxmlformats.org/drawingml/2006/main">
              <a:ext uri="{FF2B5EF4-FFF2-40B4-BE49-F238E27FC236}">
                <a16:creationId xmlns:a16="http://schemas.microsoft.com/office/drawing/2014/main" id="{B0B1671B-B37D-4351-9169-9ADEA681E331}"/>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FA8855F2-5ED6-428D-90CB-C56B61E8DF8E}"/>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BDC0D95A-03B5-4E1C-9250-4B84D053112E}"/>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4.3 Perform keyboard, semantics, focus, contrast and recovery checks and fix only evidenced defects.</a:t>
            </a:r>
          </a:p>
        </p:txBody>
      </p:sp>
      <p:sp>
        <p:nvSpPr>
          <p:cNvPr id="16" name="">
            <a:extLst xmlns:a="http://schemas.openxmlformats.org/drawingml/2006/main">
              <a:ext uri="{FF2B5EF4-FFF2-40B4-BE49-F238E27FC236}">
                <a16:creationId xmlns:a16="http://schemas.microsoft.com/office/drawing/2014/main" id="{98010DCD-40DC-49D7-99A3-0D26F333ADA7}"/>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4F56982-D563-4579-912D-8A637DD77BC8}"/>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FD63BCCA-7C66-4CD9-904D-3665ED24B695}"/>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4.4 Use measurements to improve unnecessary rendering, bundle quality and maintainability without premature optimization.</a:t>
            </a:r>
          </a:p>
        </p:txBody>
      </p:sp>
      <p:sp>
        <p:nvSpPr>
          <p:cNvPr id="19" name="">
            <a:extLst xmlns:a="http://schemas.openxmlformats.org/drawingml/2006/main">
              <a:ext uri="{FF2B5EF4-FFF2-40B4-BE49-F238E27FC236}">
                <a16:creationId xmlns:a16="http://schemas.microsoft.com/office/drawing/2014/main" id="{EA811DD5-2317-4358-BD1F-BDE599C9EC30}"/>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FC0F939F-2456-4106-B8A8-B955160147C6}"/>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F655F67D-0144-4427-B316-79C98F394984}"/>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4.5 Produce and deploy a verified SprintBoard release with SPA routing, rollback instructions and an evidence-backed demonstration.</a:t>
            </a:r>
          </a:p>
        </p:txBody>
      </p:sp>
      <p:sp xmlns:a="http://schemas.openxmlformats.org/drawingml/2006/main">
        <p:nvSpPr>
          <p:cNvPr id="41" name="TextBox 40"/>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C65D21"/>
                </a:solidFill>
                <a:latin typeface="Arial"/>
              </a:rPr>
              <a:t>109</a:t>
            </a:r>
          </a:p>
        </p:txBody>
      </p:sp>
    </p:spTree>
    <p:extLst>
      <p:ext uri="{BB962C8B-B14F-4D97-AF65-F5344CB8AC3E}">
        <p14:creationId xmlns:p14="http://schemas.microsoft.com/office/powerpoint/2010/main" val="894346934"/>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248BBF60-3BF8-4667-AA8B-419B8A6F35A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1A05863-EDA4-41AF-A3C6-52C0BBFE0FC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AAF437F5-3E59-4773-BF63-4FDF7A30006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B2729EA0-3FAE-4A24-9686-6E498C39805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FCA07414-A386-4D9A-A4DF-7F5B0C9483A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110</a:t>
            </a:r>
          </a:p>
        </p:txBody>
      </p:sp>
      <p:sp>
        <p:nvSpPr>
          <p:cNvPr id="6" name="">
            <a:extLst xmlns:a="http://schemas.openxmlformats.org/drawingml/2006/main">
              <a:ext uri="{FF2B5EF4-FFF2-40B4-BE49-F238E27FC236}">
                <a16:creationId xmlns:a16="http://schemas.microsoft.com/office/drawing/2014/main" id="{11D52E92-8D6B-4E4E-82E8-A1F2CA2CF005}"/>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Run an Evidence-Led Debugging Loop</a:t>
            </a:r>
          </a:p>
        </p:txBody>
      </p:sp>
      <p:sp>
        <p:nvSpPr>
          <p:cNvPr id="7" name="">
            <a:extLst xmlns:a="http://schemas.openxmlformats.org/drawingml/2006/main">
              <a:ext uri="{FF2B5EF4-FFF2-40B4-BE49-F238E27FC236}">
                <a16:creationId xmlns:a16="http://schemas.microsoft.com/office/drawing/2014/main" id="{F1E7E1C2-D5E2-4F94-99D5-98A5352E07B7}"/>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591A7116-8145-4DD3-8D17-AFE91B4DFFD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CE4DCFC-8FFB-4F58-BE70-586E356CF1E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66C22771-397A-4A6A-B16C-AFF0FC767EA4}"/>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Reproduce, isolate and fix a controlled stale-state defect with a minimal reviewed patch.</a:t>
            </a:r>
          </a:p>
        </p:txBody>
      </p:sp>
      <p:sp>
        <p:nvSpPr>
          <p:cNvPr id="11" name="">
            <a:extLst xmlns:a="http://schemas.openxmlformats.org/drawingml/2006/main">
              <a:ext uri="{FF2B5EF4-FFF2-40B4-BE49-F238E27FC236}">
                <a16:creationId xmlns:a16="http://schemas.microsoft.com/office/drawing/2014/main" id="{8E65A289-ABC5-4F19-97A5-86E8AEC4CBFC}"/>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554F42EB-C4BD-4EA1-9750-6643199BE3FB}"/>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9A4F757F-A6F8-45FE-BF40-6C497638A03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src/hooks/useTaskBoard.ts, docs/debug-log.md</a:t>
            </a:r>
          </a:p>
        </p:txBody>
      </p:sp>
      <p:sp>
        <p:nvSpPr>
          <p:cNvPr id="14" name="">
            <a:extLst xmlns:a="http://schemas.openxmlformats.org/drawingml/2006/main">
              <a:ext uri="{FF2B5EF4-FFF2-40B4-BE49-F238E27FC236}">
                <a16:creationId xmlns:a16="http://schemas.microsoft.com/office/drawing/2014/main" id="{E47AC8CB-3A01-4C90-A5BE-2FBF383EE16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40E85E7E-8E8C-40A5-84A5-A609F0BF34C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A6318F6D-243B-4D33-B2F2-4236078BCB21}"/>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35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4.1</a:t>
            </a:r>
          </a:p>
        </p:txBody>
      </p:sp>
    </p:spTree>
    <p:extLst>
      <p:ext uri="{BB962C8B-B14F-4D97-AF65-F5344CB8AC3E}">
        <p14:creationId xmlns:p14="http://schemas.microsoft.com/office/powerpoint/2010/main" val="192382650"/>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51A32A5-31C1-4AAF-AC03-18143AC763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8FC6EBA-A045-4BD7-B8C2-C0CF2393C7B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274817A-F9DE-4303-93BB-118420CEBBA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3DB4A2F1-9751-4487-B688-C1A8D57A15C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71AEA369-CEF7-459A-96E7-81C22E96014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111</a:t>
            </a:r>
          </a:p>
        </p:txBody>
      </p:sp>
      <p:sp>
        <p:nvSpPr>
          <p:cNvPr id="6" name="">
            <a:extLst xmlns:a="http://schemas.openxmlformats.org/drawingml/2006/main">
              <a:ext uri="{FF2B5EF4-FFF2-40B4-BE49-F238E27FC236}">
                <a16:creationId xmlns:a16="http://schemas.microsoft.com/office/drawing/2014/main" id="{52AE6326-2100-4BAE-9671-B92F7B71774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EC1FCD11-6D92-455F-A156-A5D449E38408}"/>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7718DCD-944E-4C1D-AD90-0DC01F87C61F}"/>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43054214-DC41-484E-9621-60E2245B0C8A}"/>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9EB83573-F60D-466C-B4D4-CB517D4666E8}"/>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C7B853DA-324A-4D44-AC43-69F01183A101}"/>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reproduction</a:t>
            </a:r>
          </a:p>
        </p:txBody>
      </p:sp>
      <p:sp>
        <p:nvSpPr>
          <p:cNvPr id="12" name="">
            <a:extLst xmlns:a="http://schemas.openxmlformats.org/drawingml/2006/main">
              <a:ext uri="{FF2B5EF4-FFF2-40B4-BE49-F238E27FC236}">
                <a16:creationId xmlns:a16="http://schemas.microsoft.com/office/drawing/2014/main" id="{28C264AF-ACC4-433D-9533-F79260ADCE4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hypothesis</a:t>
            </a:r>
          </a:p>
        </p:txBody>
      </p:sp>
      <p:sp>
        <p:nvSpPr>
          <p:cNvPr id="13" name="">
            <a:extLst xmlns:a="http://schemas.openxmlformats.org/drawingml/2006/main">
              <a:ext uri="{FF2B5EF4-FFF2-40B4-BE49-F238E27FC236}">
                <a16:creationId xmlns:a16="http://schemas.microsoft.com/office/drawing/2014/main" id="{A057404C-D489-4A91-99F2-6D9019FFCBC2}"/>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root cause</a:t>
            </a:r>
          </a:p>
        </p:txBody>
      </p:sp>
      <p:sp>
        <p:nvSpPr>
          <p:cNvPr id="14" name="">
            <a:extLst xmlns:a="http://schemas.openxmlformats.org/drawingml/2006/main">
              <a:ext uri="{FF2B5EF4-FFF2-40B4-BE49-F238E27FC236}">
                <a16:creationId xmlns:a16="http://schemas.microsoft.com/office/drawing/2014/main" id="{039146B8-3E02-48B0-9B12-7C2F333FA5B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minimal patch</a:t>
            </a:r>
          </a:p>
        </p:txBody>
      </p:sp>
      <p:sp>
        <p:nvSpPr>
          <p:cNvPr id="15" name="">
            <a:extLst xmlns:a="http://schemas.openxmlformats.org/drawingml/2006/main">
              <a:ext uri="{FF2B5EF4-FFF2-40B4-BE49-F238E27FC236}">
                <a16:creationId xmlns:a16="http://schemas.microsoft.com/office/drawing/2014/main" id="{C952D43D-6AB1-4C87-B841-2851579E566E}"/>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Defect fails before fix</a:t>
            </a:r>
          </a:p>
        </p:txBody>
      </p:sp>
      <p:sp>
        <p:nvSpPr>
          <p:cNvPr id="16" name="">
            <a:extLst xmlns:a="http://schemas.openxmlformats.org/drawingml/2006/main">
              <a:ext uri="{FF2B5EF4-FFF2-40B4-BE49-F238E27FC236}">
                <a16:creationId xmlns:a16="http://schemas.microsoft.com/office/drawing/2014/main" id="{A1F8F666-F18C-4207-B198-3248A9159AAA}"/>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hypothesis is proven</a:t>
            </a:r>
          </a:p>
        </p:txBody>
      </p:sp>
      <p:sp>
        <p:nvSpPr>
          <p:cNvPr id="17" name="">
            <a:extLst xmlns:a="http://schemas.openxmlformats.org/drawingml/2006/main">
              <a:ext uri="{FF2B5EF4-FFF2-40B4-BE49-F238E27FC236}">
                <a16:creationId xmlns:a16="http://schemas.microsoft.com/office/drawing/2014/main" id="{93D0AF30-9F4D-4EA3-A2CC-AB9F73F75293}"/>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Patch is minimal</a:t>
            </a:r>
          </a:p>
        </p:txBody>
      </p:sp>
      <p:sp>
        <p:nvSpPr>
          <p:cNvPr id="18" name="">
            <a:extLst xmlns:a="http://schemas.openxmlformats.org/drawingml/2006/main">
              <a:ext uri="{FF2B5EF4-FFF2-40B4-BE49-F238E27FC236}">
                <a16:creationId xmlns:a16="http://schemas.microsoft.com/office/drawing/2014/main" id="{300E1E76-FC14-499B-ACFE-EE3DF25A31E1}"/>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Regression test passes</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4.1</a:t>
            </a:r>
          </a:p>
        </p:txBody>
      </p:sp>
    </p:spTree>
    <p:extLst>
      <p:ext uri="{BB962C8B-B14F-4D97-AF65-F5344CB8AC3E}">
        <p14:creationId xmlns:p14="http://schemas.microsoft.com/office/powerpoint/2010/main" val="1275179747"/>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4798DF7A-2E70-48D2-A9B5-41C3F97486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B48C7D-EFDC-4834-BA66-186866669F0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3DE3614-3A2D-419D-A3FE-8D52D5CE3B2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0B919575-707A-4124-98FC-345A83407D7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6FDE4585-1C41-477F-A2EA-0E15DF54FBE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112</a:t>
            </a:r>
          </a:p>
        </p:txBody>
      </p:sp>
      <p:sp>
        <p:nvSpPr>
          <p:cNvPr id="6" name="">
            <a:extLst xmlns:a="http://schemas.openxmlformats.org/drawingml/2006/main">
              <a:ext uri="{FF2B5EF4-FFF2-40B4-BE49-F238E27FC236}">
                <a16:creationId xmlns:a16="http://schemas.microsoft.com/office/drawing/2014/main" id="{A2A98064-DECC-4708-B9B0-1DF03C246CD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84977302-2A66-451C-BB7A-2AA2F1DE4EA8}"/>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364002DB-FE8C-416F-9C47-92F494C2D9A2}"/>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B06479DE-CEC8-4320-8737-56D3B5906FA4}"/>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branch and introduce a controlled defect that loses one of two rapid task moves</a:t>
            </a:r>
          </a:p>
        </p:txBody>
      </p:sp>
      <p:sp>
        <p:nvSpPr>
          <p:cNvPr id="10" name="">
            <a:extLst xmlns:a="http://schemas.openxmlformats.org/drawingml/2006/main">
              <a:ext uri="{FF2B5EF4-FFF2-40B4-BE49-F238E27FC236}">
                <a16:creationId xmlns:a16="http://schemas.microsoft.com/office/drawing/2014/main" id="{4A18E90B-A0F3-4449-9DE2-FC528579DF52}"/>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8058BD25-4C52-4655-92C4-8BBD9587641F}"/>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43720189-1E2F-493D-AD69-643C9B860C6E}"/>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Write exact reproduction steps, expected result, actual result and evidence in the debug log</a:t>
            </a:r>
          </a:p>
        </p:txBody>
      </p:sp>
      <p:sp>
        <p:nvSpPr>
          <p:cNvPr id="13" name="">
            <a:extLst xmlns:a="http://schemas.openxmlformats.org/drawingml/2006/main">
              <a:ext uri="{FF2B5EF4-FFF2-40B4-BE49-F238E27FC236}">
                <a16:creationId xmlns:a16="http://schemas.microsoft.com/office/drawing/2014/main" id="{B2B0679F-CBF6-40AC-B16A-349E2BA169BA}"/>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1C14C3F2-F10C-47D5-AD89-75F55D05C76C}"/>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26DD1F10-0548-45FB-B2CA-147D2581A188}"/>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for three ranked hypotheses and the smallest experiment for each; do not …</a:t>
            </a:r>
          </a:p>
        </p:txBody>
      </p:sp>
      <p:sp>
        <p:nvSpPr>
          <p:cNvPr id="16" name="">
            <a:extLst xmlns:a="http://schemas.openxmlformats.org/drawingml/2006/main">
              <a:ext uri="{FF2B5EF4-FFF2-40B4-BE49-F238E27FC236}">
                <a16:creationId xmlns:a16="http://schemas.microsoft.com/office/drawing/2014/main" id="{4E1D804F-659E-493E-8E10-192EA87C5F94}"/>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AA34CD13-467C-47C1-828F-4FD74D9E3E0F}"/>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CC83740E-E575-4D0F-9038-1C780118E548}"/>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the experiments, identify the stale closure, and approve one functional-update patch</a:t>
            </a:r>
          </a:p>
        </p:txBody>
      </p:sp>
      <p:sp>
        <p:nvSpPr>
          <p:cNvPr id="19" name="">
            <a:extLst xmlns:a="http://schemas.openxmlformats.org/drawingml/2006/main">
              <a:ext uri="{FF2B5EF4-FFF2-40B4-BE49-F238E27FC236}">
                <a16:creationId xmlns:a16="http://schemas.microsoft.com/office/drawing/2014/main" id="{07C81A44-33A5-4444-AF41-5AA4868D883D}"/>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6D827B19-E9EB-42B2-83A8-15F6427C3441}"/>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5D7E7ED7-D069-4740-9FE2-ABBA1A4F0084}"/>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the diff for unrelated refactors and add a regression test before accepting</a:t>
            </a:r>
          </a:p>
        </p:txBody>
      </p:sp>
      <p:sp>
        <p:nvSpPr>
          <p:cNvPr id="22" name="">
            <a:extLst xmlns:a="http://schemas.openxmlformats.org/drawingml/2006/main">
              <a:ext uri="{FF2B5EF4-FFF2-40B4-BE49-F238E27FC236}">
                <a16:creationId xmlns:a16="http://schemas.microsoft.com/office/drawing/2014/main" id="{6F33532E-83C4-4E23-B60C-17223CFB85A7}"/>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98F275F6-84EC-4465-95E0-D4A4578470C3}"/>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6850BE33-C47B-4D02-B0EA-F16CCAC7C957}"/>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the complete verification stack and document why the original code failed</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4.1</a:t>
            </a:r>
          </a:p>
        </p:txBody>
      </p:sp>
    </p:spTree>
    <p:extLst>
      <p:ext uri="{BB962C8B-B14F-4D97-AF65-F5344CB8AC3E}">
        <p14:creationId xmlns:p14="http://schemas.microsoft.com/office/powerpoint/2010/main" val="1382666537"/>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F03C0BA9-8778-43F7-8E7E-2E76158A14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3D2A1C0-FE61-4815-BB8D-5E649200DBC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63B3E5E-670C-4941-8DC4-469BC32516C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D440606D-90EF-40A2-8475-010F5894ADC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3812EB65-4F5D-40B6-A2B9-D83E81EDED5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113</a:t>
            </a:r>
          </a:p>
        </p:txBody>
      </p:sp>
      <p:sp>
        <p:nvSpPr>
          <p:cNvPr id="6" name="">
            <a:extLst xmlns:a="http://schemas.openxmlformats.org/drawingml/2006/main">
              <a:ext uri="{FF2B5EF4-FFF2-40B4-BE49-F238E27FC236}">
                <a16:creationId xmlns:a16="http://schemas.microsoft.com/office/drawing/2014/main" id="{06869F91-E739-46A7-B89A-579F7067E77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E55BFD1B-D22A-4A3C-8B6B-C9BC506AF240}"/>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163A913C-8327-4A80-9B5E-9941DBC43F16}"/>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961D3D8B-DED9-4550-8538-901D7587A7AC}"/>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Diagnose only. Given this reproduction and the relevant hook, propose three ranked hypotheses, evidence for/against each, and the smallest experiment. Do not edit until I confirm the root cause. After confirmation, propose one minimal patch and one regression test.</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4.1</a:t>
            </a:r>
          </a:p>
        </p:txBody>
      </p:sp>
    </p:spTree>
    <p:extLst>
      <p:ext uri="{BB962C8B-B14F-4D97-AF65-F5344CB8AC3E}">
        <p14:creationId xmlns:p14="http://schemas.microsoft.com/office/powerpoint/2010/main" val="848684633"/>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01B3448E-EADD-42E1-ABA2-A01439DF33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9C553D5-824D-4888-AC62-322C786B779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8437074C-7456-47D0-8B50-7BC8AA1CA90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F92BDE7F-F139-4756-B505-94864C8991EE}"/>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65CB539-FCAD-451C-9418-26024DAE9E98}"/>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114</a:t>
            </a:r>
          </a:p>
        </p:txBody>
      </p:sp>
      <p:sp>
        <p:nvSpPr>
          <p:cNvPr id="6" name="">
            <a:extLst xmlns:a="http://schemas.openxmlformats.org/drawingml/2006/main">
              <a:ext uri="{FF2B5EF4-FFF2-40B4-BE49-F238E27FC236}">
                <a16:creationId xmlns:a16="http://schemas.microsoft.com/office/drawing/2014/main" id="{62204BE9-0B3F-44AD-B50F-19CC2EE4CE4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3DAD9307-63B4-4757-9C65-2C8892FAA618}"/>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A067780B-842C-41DA-9B79-13FBE73FAB4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3F2C6E0-AF9F-4AD4-9C4E-C9ABA624D9F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600AA175-6307-42D0-A741-FA03EDCE6844}"/>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Agent rewrites the hook</a:t>
            </a:r>
          </a:p>
        </p:txBody>
      </p:sp>
      <p:sp>
        <p:nvSpPr>
          <p:cNvPr id="11" name="">
            <a:extLst xmlns:a="http://schemas.openxmlformats.org/drawingml/2006/main">
              <a:ext uri="{FF2B5EF4-FFF2-40B4-BE49-F238E27FC236}">
                <a16:creationId xmlns:a16="http://schemas.microsoft.com/office/drawing/2014/main" id="{4156A7F8-A19D-4722-B729-B6906619F98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5AD8E1C3-9A08-448D-A2E6-F4D31CBB73B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A99DE8EE-C345-4C2F-BFF3-BFFDD48F0456}"/>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Symptom patched without root cause</a:t>
            </a:r>
          </a:p>
        </p:txBody>
      </p:sp>
      <p:sp>
        <p:nvSpPr>
          <p:cNvPr id="14" name="">
            <a:extLst xmlns:a="http://schemas.openxmlformats.org/drawingml/2006/main">
              <a:ext uri="{FF2B5EF4-FFF2-40B4-BE49-F238E27FC236}">
                <a16:creationId xmlns:a16="http://schemas.microsoft.com/office/drawing/2014/main" id="{DA45CC4B-CA84-4342-8BB0-E95B742EBC9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CDB4A297-6AB7-44AE-8B66-16AC80B9EB9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617E03E-EAC7-4DC8-86CF-C75FF311B4E6}"/>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Reproduction not repeatable</a:t>
            </a:r>
          </a:p>
        </p:txBody>
      </p:sp>
      <p:sp>
        <p:nvSpPr>
          <p:cNvPr id="17" name="">
            <a:extLst xmlns:a="http://schemas.openxmlformats.org/drawingml/2006/main">
              <a:ext uri="{FF2B5EF4-FFF2-40B4-BE49-F238E27FC236}">
                <a16:creationId xmlns:a16="http://schemas.microsoft.com/office/drawing/2014/main" id="{169B8365-B07B-4F11-90DC-6F460E4605BA}"/>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1588AF0E-0F18-4C83-AD63-9AD0D7B0FC23}"/>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9B772048-7937-4091-B8FA-1CD6ACDFAA5A}"/>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Regression test omitted</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4.1</a:t>
            </a:r>
          </a:p>
        </p:txBody>
      </p:sp>
    </p:spTree>
    <p:extLst>
      <p:ext uri="{BB962C8B-B14F-4D97-AF65-F5344CB8AC3E}">
        <p14:creationId xmlns:p14="http://schemas.microsoft.com/office/powerpoint/2010/main" val="470259705"/>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D50715A9-138E-41F0-9478-6158525BAE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DF87C20-88BC-4646-B58C-84D6F02150A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F85BF3EC-4AFD-41F5-A74E-6C47327B13C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14656927-3647-486B-B7CA-0E9ECB34C54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0B69437E-207F-4600-97A5-1B650000BE21}"/>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115</a:t>
            </a:r>
          </a:p>
        </p:txBody>
      </p:sp>
      <p:sp>
        <p:nvSpPr>
          <p:cNvPr id="6" name="">
            <a:extLst xmlns:a="http://schemas.openxmlformats.org/drawingml/2006/main">
              <a:ext uri="{FF2B5EF4-FFF2-40B4-BE49-F238E27FC236}">
                <a16:creationId xmlns:a16="http://schemas.microsoft.com/office/drawing/2014/main" id="{5958D786-2884-4A55-AB37-B60A74626D9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7D1F9FFF-DB67-4986-908D-030BAE28FA2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50BD4C1D-B50F-4D02-A3A8-E406C3788CA0}"/>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34CA7C2-6490-4DC6-8284-D0E316CE6864}"/>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7B2C3CCF-CA07-491C-9E64-BAD38AD3830B}"/>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856272C3-153C-4D35-B232-D6BC0E7790F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Defect fails before fix</a:t>
            </a:r>
          </a:p>
        </p:txBody>
      </p:sp>
      <p:sp>
        <p:nvSpPr>
          <p:cNvPr id="12" name="">
            <a:extLst xmlns:a="http://schemas.openxmlformats.org/drawingml/2006/main">
              <a:ext uri="{FF2B5EF4-FFF2-40B4-BE49-F238E27FC236}">
                <a16:creationId xmlns:a16="http://schemas.microsoft.com/office/drawing/2014/main" id="{73E20432-6AF6-49C1-BBC8-F3EBAB9B3E12}"/>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hypothesis is proven</a:t>
            </a:r>
          </a:p>
        </p:txBody>
      </p:sp>
      <p:sp>
        <p:nvSpPr>
          <p:cNvPr id="13" name="">
            <a:extLst xmlns:a="http://schemas.openxmlformats.org/drawingml/2006/main">
              <a:ext uri="{FF2B5EF4-FFF2-40B4-BE49-F238E27FC236}">
                <a16:creationId xmlns:a16="http://schemas.microsoft.com/office/drawing/2014/main" id="{F50AE441-F4C7-434E-9541-161ACC032D0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Patch is minimal</a:t>
            </a:r>
          </a:p>
        </p:txBody>
      </p:sp>
      <p:sp>
        <p:nvSpPr>
          <p:cNvPr id="14" name="">
            <a:extLst xmlns:a="http://schemas.openxmlformats.org/drawingml/2006/main">
              <a:ext uri="{FF2B5EF4-FFF2-40B4-BE49-F238E27FC236}">
                <a16:creationId xmlns:a16="http://schemas.microsoft.com/office/drawing/2014/main" id="{72D428F5-A25B-4224-B163-0ABF7F8441A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Regression test passes</a:t>
            </a:r>
          </a:p>
        </p:txBody>
      </p:sp>
      <p:sp>
        <p:nvSpPr>
          <p:cNvPr id="15" name="">
            <a:extLst xmlns:a="http://schemas.openxmlformats.org/drawingml/2006/main">
              <a:ext uri="{FF2B5EF4-FFF2-40B4-BE49-F238E27FC236}">
                <a16:creationId xmlns:a16="http://schemas.microsoft.com/office/drawing/2014/main" id="{DD05C60D-7C55-4050-B3F5-5A937881F74D}"/>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A5FEB177-1EAE-4DC0-81D0-011CA8FF976B}"/>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0CBFC8CA-AD38-443D-A4E1-9803BB6AB54B}"/>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F11AED17-95B5-46A9-8092-425764897EB2}"/>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88730EEC-DB1E-4AE5-82C8-49EB47A1731A}"/>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4.1</a:t>
            </a:r>
          </a:p>
        </p:txBody>
      </p:sp>
    </p:spTree>
    <p:extLst>
      <p:ext uri="{BB962C8B-B14F-4D97-AF65-F5344CB8AC3E}">
        <p14:creationId xmlns:p14="http://schemas.microsoft.com/office/powerpoint/2010/main" val="1174468048"/>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4AE49766-E100-43A4-A506-CF6EA96EFF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FF66C48-F5DB-4CFE-B07B-64272C9A465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73528BD-1985-4B6E-93B9-AA68167922A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9AE68C45-F11A-4841-8CB4-B698DCAE80D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359B1C58-CFDF-4EC6-8FCC-2ED3858A2D6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116</a:t>
            </a:r>
          </a:p>
        </p:txBody>
      </p:sp>
      <p:sp>
        <p:nvSpPr>
          <p:cNvPr id="6" name="">
            <a:extLst xmlns:a="http://schemas.openxmlformats.org/drawingml/2006/main">
              <a:ext uri="{FF2B5EF4-FFF2-40B4-BE49-F238E27FC236}">
                <a16:creationId xmlns:a16="http://schemas.microsoft.com/office/drawing/2014/main" id="{10564578-CE2E-46AF-9120-3A4A22254EA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Test User Behaviour with Vitest and Testing Library</a:t>
            </a:r>
          </a:p>
        </p:txBody>
      </p:sp>
      <p:sp>
        <p:nvSpPr>
          <p:cNvPr id="7" name="">
            <a:extLst xmlns:a="http://schemas.openxmlformats.org/drawingml/2006/main">
              <a:ext uri="{FF2B5EF4-FFF2-40B4-BE49-F238E27FC236}">
                <a16:creationId xmlns:a16="http://schemas.microsoft.com/office/drawing/2014/main" id="{FDFADE1A-0681-4602-8D6F-2CDAE488A81F}"/>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44AE44F8-3F68-4F33-A5E9-3417B37D01C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A0FF1019-749D-4C87-AFE5-D61263B41B15}"/>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CC0DAF1D-46D5-41E5-8CDF-ACAADE99E42A}"/>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Build a focused test suite for rendering, filtering, task movement, forms and routes.</a:t>
            </a:r>
          </a:p>
        </p:txBody>
      </p:sp>
      <p:sp>
        <p:nvSpPr>
          <p:cNvPr id="11" name="">
            <a:extLst xmlns:a="http://schemas.openxmlformats.org/drawingml/2006/main">
              <a:ext uri="{FF2B5EF4-FFF2-40B4-BE49-F238E27FC236}">
                <a16:creationId xmlns:a16="http://schemas.microsoft.com/office/drawing/2014/main" id="{AFC9A9C6-546E-4674-9435-70A6D2CBA1EA}"/>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9AF484F-5181-4A80-812E-344B7B277E4C}"/>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DCD7A96C-2F89-4297-BD3D-C4DC572DE208}"/>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src/test/setup.ts, src/App.test.tsx, src/components/TaskForm.test.tsx</a:t>
            </a:r>
          </a:p>
        </p:txBody>
      </p:sp>
      <p:sp>
        <p:nvSpPr>
          <p:cNvPr id="14" name="">
            <a:extLst xmlns:a="http://schemas.openxmlformats.org/drawingml/2006/main">
              <a:ext uri="{FF2B5EF4-FFF2-40B4-BE49-F238E27FC236}">
                <a16:creationId xmlns:a16="http://schemas.microsoft.com/office/drawing/2014/main" id="{18DD0B64-E046-4380-B3C5-9F7B4168D4B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C08C86CF-812E-412A-9287-E10E8063E4C2}"/>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0F2D1D2-1A72-4E68-B667-2245F817CF97}"/>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45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4.2</a:t>
            </a:r>
          </a:p>
        </p:txBody>
      </p:sp>
    </p:spTree>
    <p:extLst>
      <p:ext uri="{BB962C8B-B14F-4D97-AF65-F5344CB8AC3E}">
        <p14:creationId xmlns:p14="http://schemas.microsoft.com/office/powerpoint/2010/main" val="656170233"/>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41D6BA6D-8A0B-4A58-B5A4-F12622F372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6589FEA-748B-43A7-B732-C922231692A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C426B09-453A-4F7E-A942-4A4855C3936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548A56E4-89DF-4C6A-A9BD-F63EEACCA00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8AF2C2A-E7D3-4412-ADA8-4EE7B3718F0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117</a:t>
            </a:r>
          </a:p>
        </p:txBody>
      </p:sp>
      <p:sp>
        <p:nvSpPr>
          <p:cNvPr id="6" name="">
            <a:extLst xmlns:a="http://schemas.openxmlformats.org/drawingml/2006/main">
              <a:ext uri="{FF2B5EF4-FFF2-40B4-BE49-F238E27FC236}">
                <a16:creationId xmlns:a16="http://schemas.microsoft.com/office/drawing/2014/main" id="{8FF0EA75-FA73-4D6C-B444-EB0D9D26BA0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E36ADECF-374A-4979-8C84-309EDB3A656F}"/>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7F5C2AC-6093-4A20-B07D-FB9C9D21793F}"/>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40E2D02-ADEE-44D8-AF88-0A1A61D49A28}"/>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A1F3EDB1-0E5B-4F1D-9602-AD69C1C5D3E0}"/>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F29B3DCD-D502-49DE-9922-F6043BC2B541}"/>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test</a:t>
            </a:r>
          </a:p>
        </p:txBody>
      </p:sp>
      <p:sp>
        <p:nvSpPr>
          <p:cNvPr id="12" name="">
            <a:extLst xmlns:a="http://schemas.openxmlformats.org/drawingml/2006/main">
              <a:ext uri="{FF2B5EF4-FFF2-40B4-BE49-F238E27FC236}">
                <a16:creationId xmlns:a16="http://schemas.microsoft.com/office/drawing/2014/main" id="{C31CC755-1D35-4541-B421-F271C32E1781}"/>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assertion</a:t>
            </a:r>
          </a:p>
        </p:txBody>
      </p:sp>
      <p:sp>
        <p:nvSpPr>
          <p:cNvPr id="13" name="">
            <a:extLst xmlns:a="http://schemas.openxmlformats.org/drawingml/2006/main">
              <a:ext uri="{FF2B5EF4-FFF2-40B4-BE49-F238E27FC236}">
                <a16:creationId xmlns:a16="http://schemas.microsoft.com/office/drawing/2014/main" id="{6273B20B-913D-4BAF-A53E-178F79EEF4D1}"/>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user event</a:t>
            </a:r>
          </a:p>
        </p:txBody>
      </p:sp>
      <p:sp>
        <p:nvSpPr>
          <p:cNvPr id="14" name="">
            <a:extLst xmlns:a="http://schemas.openxmlformats.org/drawingml/2006/main">
              <a:ext uri="{FF2B5EF4-FFF2-40B4-BE49-F238E27FC236}">
                <a16:creationId xmlns:a16="http://schemas.microsoft.com/office/drawing/2014/main" id="{A4756293-361C-4AF5-9486-B81E9B698639}"/>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accessible query</a:t>
            </a:r>
          </a:p>
        </p:txBody>
      </p:sp>
      <p:sp>
        <p:nvSpPr>
          <p:cNvPr id="15" name="">
            <a:extLst xmlns:a="http://schemas.openxmlformats.org/drawingml/2006/main">
              <a:ext uri="{FF2B5EF4-FFF2-40B4-BE49-F238E27FC236}">
                <a16:creationId xmlns:a16="http://schemas.microsoft.com/office/drawing/2014/main" id="{6AB75F8F-1929-422C-AF2B-6D38F1FF27E5}"/>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Tests fail for deliberate regressions</a:t>
            </a:r>
          </a:p>
        </p:txBody>
      </p:sp>
      <p:sp>
        <p:nvSpPr>
          <p:cNvPr id="16" name="">
            <a:extLst xmlns:a="http://schemas.openxmlformats.org/drawingml/2006/main">
              <a:ext uri="{FF2B5EF4-FFF2-40B4-BE49-F238E27FC236}">
                <a16:creationId xmlns:a16="http://schemas.microsoft.com/office/drawing/2014/main" id="{A56BF02B-B9D1-4D90-87A7-D0C64D62ADF2}"/>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Queries reflect accessibility</a:t>
            </a:r>
          </a:p>
        </p:txBody>
      </p:sp>
      <p:sp>
        <p:nvSpPr>
          <p:cNvPr id="17" name="">
            <a:extLst xmlns:a="http://schemas.openxmlformats.org/drawingml/2006/main">
              <a:ext uri="{FF2B5EF4-FFF2-40B4-BE49-F238E27FC236}">
                <a16:creationId xmlns:a16="http://schemas.microsoft.com/office/drawing/2014/main" id="{4F84BF55-47E1-4B31-B805-9E8B6DFA3DA7}"/>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required flows pass</a:t>
            </a:r>
          </a:p>
        </p:txBody>
      </p:sp>
      <p:sp>
        <p:nvSpPr>
          <p:cNvPr id="18" name="">
            <a:extLst xmlns:a="http://schemas.openxmlformats.org/drawingml/2006/main">
              <a:ext uri="{FF2B5EF4-FFF2-40B4-BE49-F238E27FC236}">
                <a16:creationId xmlns:a16="http://schemas.microsoft.com/office/drawing/2014/main" id="{07079579-D799-4B34-8B05-7DA2B4098130}"/>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Single-run command exits cleanly</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4.2</a:t>
            </a:r>
          </a:p>
        </p:txBody>
      </p:sp>
    </p:spTree>
    <p:extLst>
      <p:ext uri="{BB962C8B-B14F-4D97-AF65-F5344CB8AC3E}">
        <p14:creationId xmlns:p14="http://schemas.microsoft.com/office/powerpoint/2010/main" val="336042474"/>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5384E7AA-8085-47F6-81A7-80107911629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335DDC1-EABD-43B1-AD6C-B088F147145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61EA631-AA0D-408F-801B-BDA6138A7D4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4A00E710-2498-4C65-A2F5-414A8E5B570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FA3E62E-F39F-4301-8C32-466C868B417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118</a:t>
            </a:r>
          </a:p>
        </p:txBody>
      </p:sp>
      <p:sp>
        <p:nvSpPr>
          <p:cNvPr id="6" name="">
            <a:extLst xmlns:a="http://schemas.openxmlformats.org/drawingml/2006/main">
              <a:ext uri="{FF2B5EF4-FFF2-40B4-BE49-F238E27FC236}">
                <a16:creationId xmlns:a16="http://schemas.microsoft.com/office/drawing/2014/main" id="{BE37F791-F78E-4F69-BCAA-9E4A39AF79F5}"/>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7A1BB779-C6D0-48BB-8FD3-B61EC30C1AD8}"/>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EC8EF5D6-CA38-44FD-A3E5-A52538DDDB51}"/>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4931E8A9-E012-4CDB-9E35-59C2EBCCB173}"/>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Install Vitest, jsdom, Testing Library, jest-dom and user-event; pin and record versions</a:t>
            </a:r>
          </a:p>
        </p:txBody>
      </p:sp>
      <p:sp>
        <p:nvSpPr>
          <p:cNvPr id="10" name="">
            <a:extLst xmlns:a="http://schemas.openxmlformats.org/drawingml/2006/main">
              <a:ext uri="{FF2B5EF4-FFF2-40B4-BE49-F238E27FC236}">
                <a16:creationId xmlns:a16="http://schemas.microsoft.com/office/drawing/2014/main" id="{1F5E76FB-075A-4185-8EE5-1BE15D1E98DA}"/>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DD66283B-2860-48ED-A42C-5152A8C411A7}"/>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C1EE2BB1-DC67-4059-86A2-69D0B105DB31}"/>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Configure the test environment and add an explicit test script</a:t>
            </a:r>
          </a:p>
        </p:txBody>
      </p:sp>
      <p:sp>
        <p:nvSpPr>
          <p:cNvPr id="13" name="">
            <a:extLst xmlns:a="http://schemas.openxmlformats.org/drawingml/2006/main">
              <a:ext uri="{FF2B5EF4-FFF2-40B4-BE49-F238E27FC236}">
                <a16:creationId xmlns:a16="http://schemas.microsoft.com/office/drawing/2014/main" id="{FCB6CAA6-D1D7-4566-A96C-FE2CF83D31C1}"/>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01DD8137-BEDE-427A-969F-154AD858854B}"/>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3B67868F-40A3-485B-A1AF-71B48198D33F}"/>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Write a smoke test using role and accessible-name queries rather than CSS selectors</a:t>
            </a:r>
          </a:p>
        </p:txBody>
      </p:sp>
      <p:sp>
        <p:nvSpPr>
          <p:cNvPr id="16" name="">
            <a:extLst xmlns:a="http://schemas.openxmlformats.org/drawingml/2006/main">
              <a:ext uri="{FF2B5EF4-FFF2-40B4-BE49-F238E27FC236}">
                <a16:creationId xmlns:a16="http://schemas.microsoft.com/office/drawing/2014/main" id="{18BEE4BF-3170-458D-8572-48DBB134EDDE}"/>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7C5D47B-5F9C-4742-97CC-B3C554E98EB0}"/>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BD889D02-E224-464D-8313-6AD3DE4DBF35}"/>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behaviour tests for filtering, valid/invalid form submit and moving a task</a:t>
            </a:r>
          </a:p>
        </p:txBody>
      </p:sp>
      <p:sp>
        <p:nvSpPr>
          <p:cNvPr id="19" name="">
            <a:extLst xmlns:a="http://schemas.openxmlformats.org/drawingml/2006/main">
              <a:ext uri="{FF2B5EF4-FFF2-40B4-BE49-F238E27FC236}">
                <a16:creationId xmlns:a16="http://schemas.microsoft.com/office/drawing/2014/main" id="{CF8659AF-4433-4CAF-9099-2F1D9FE189A5}"/>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008A02A4-DEDF-496B-A2B0-ED57BEAE717E}"/>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C3EDE7AE-345C-4EB2-A19D-E9D2CD4EF2E6}"/>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a MemoryRouter test for task details and not-found behavior</a:t>
            </a:r>
          </a:p>
        </p:txBody>
      </p:sp>
      <p:sp>
        <p:nvSpPr>
          <p:cNvPr id="22" name="">
            <a:extLst xmlns:a="http://schemas.openxmlformats.org/drawingml/2006/main">
              <a:ext uri="{FF2B5EF4-FFF2-40B4-BE49-F238E27FC236}">
                <a16:creationId xmlns:a16="http://schemas.microsoft.com/office/drawing/2014/main" id="{5D7D5F40-86F3-4B8A-9C2F-E5C18F84D51A}"/>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696CD83B-CE3F-4643-AB90-E142A759C84C}"/>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B75D064B-9406-477F-A98D-C0C76535771B}"/>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tests in watch and single-run modes; inspect generated assertions for false confidence</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4.2</a:t>
            </a:r>
          </a:p>
        </p:txBody>
      </p:sp>
    </p:spTree>
    <p:extLst>
      <p:ext uri="{BB962C8B-B14F-4D97-AF65-F5344CB8AC3E}">
        <p14:creationId xmlns:p14="http://schemas.microsoft.com/office/powerpoint/2010/main" val="1057520151"/>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C5F6AD21-390A-4030-A8A4-BDB4751F1A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29F0BBA-9172-4C69-9AAD-BB4B65C867D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A8ED1BB-465A-4B40-8D74-358947D0BBF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F8DBCBC8-C14A-42A9-9C26-318AAF33DFD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307855A2-7398-4405-9FAD-975BE5C9EFB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119</a:t>
            </a:r>
          </a:p>
        </p:txBody>
      </p:sp>
      <p:sp>
        <p:nvSpPr>
          <p:cNvPr id="6" name="">
            <a:extLst xmlns:a="http://schemas.openxmlformats.org/drawingml/2006/main">
              <a:ext uri="{FF2B5EF4-FFF2-40B4-BE49-F238E27FC236}">
                <a16:creationId xmlns:a16="http://schemas.microsoft.com/office/drawing/2014/main" id="{CD7353FE-D95F-4D95-BAE7-87DE16F8A6F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30792B36-31FF-4A67-B71E-3ADFB17D3554}"/>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CAB96EEB-76CC-4BB3-ABF8-247C6B711F83}"/>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C3CD5D3F-258A-472A-AA23-97B09D1588A0}"/>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Add Vitest and React Testing Library tests for SprintBoard. Query by role/name, drive interactions with user-event, and assert visible behaviour. Cover initial board, filter, invalid and valid create, move, task route and unknown task. Avoid snapshots and implementation-detail selectors.</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4.2</a:t>
            </a:r>
          </a:p>
        </p:txBody>
      </p:sp>
    </p:spTree>
    <p:extLst>
      <p:ext uri="{BB962C8B-B14F-4D97-AF65-F5344CB8AC3E}">
        <p14:creationId xmlns:p14="http://schemas.microsoft.com/office/powerpoint/2010/main" val="296182133"/>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CA391CF1-1135-4705-B29D-6979345C03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EA2ED75-8BF2-48C0-8BFB-8EC13BE2984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5AFEEAEF-8F3B-455D-B16B-01FF0963962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336CED9B-A554-4238-A224-1B5BAB3F4E3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6FFF4167-115C-4A5A-953A-88745D17644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120</a:t>
            </a:r>
          </a:p>
        </p:txBody>
      </p:sp>
      <p:sp>
        <p:nvSpPr>
          <p:cNvPr id="6" name="">
            <a:extLst xmlns:a="http://schemas.openxmlformats.org/drawingml/2006/main">
              <a:ext uri="{FF2B5EF4-FFF2-40B4-BE49-F238E27FC236}">
                <a16:creationId xmlns:a16="http://schemas.microsoft.com/office/drawing/2014/main" id="{831770C1-8FEF-407F-9A4F-D0032ADE462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9686FA74-8720-418F-8BE1-748E9B1F5814}"/>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5BFAD62A-6701-45D1-9C38-26DA839D83F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9DAC345-20E5-4DC1-9A3E-4DC67C2E080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9E1A4EE2-AAAC-4B92-B265-AFA976528EA2}"/>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Testing internal state</a:t>
            </a:r>
          </a:p>
        </p:txBody>
      </p:sp>
      <p:sp>
        <p:nvSpPr>
          <p:cNvPr id="11" name="">
            <a:extLst xmlns:a="http://schemas.openxmlformats.org/drawingml/2006/main">
              <a:ext uri="{FF2B5EF4-FFF2-40B4-BE49-F238E27FC236}">
                <a16:creationId xmlns:a16="http://schemas.microsoft.com/office/drawing/2014/main" id="{F85E4E98-9096-446E-B0B4-1CE618A26DA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703303B-6A1F-40A5-9C28-B459796DB436}"/>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8DC5A9A4-1D0C-44C6-BC38-13A953C276ED}"/>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fireEvent used for realistic typing</a:t>
            </a:r>
          </a:p>
        </p:txBody>
      </p:sp>
      <p:sp>
        <p:nvSpPr>
          <p:cNvPr id="14" name="">
            <a:extLst xmlns:a="http://schemas.openxmlformats.org/drawingml/2006/main">
              <a:ext uri="{FF2B5EF4-FFF2-40B4-BE49-F238E27FC236}">
                <a16:creationId xmlns:a16="http://schemas.microsoft.com/office/drawing/2014/main" id="{9B2747A2-F198-4BDD-8AD2-07D13CB24F62}"/>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72F16138-3788-4F77-8F96-776DC0D38FD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D7E356F7-82E1-4756-81BD-50AAD066BAD5}"/>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Assertions pass without awaiting user events</a:t>
            </a:r>
          </a:p>
        </p:txBody>
      </p:sp>
      <p:sp>
        <p:nvSpPr>
          <p:cNvPr id="17" name="">
            <a:extLst xmlns:a="http://schemas.openxmlformats.org/drawingml/2006/main">
              <a:ext uri="{FF2B5EF4-FFF2-40B4-BE49-F238E27FC236}">
                <a16:creationId xmlns:a16="http://schemas.microsoft.com/office/drawing/2014/main" id="{37234316-A0D7-45AA-A7A3-5BD1B3831B09}"/>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E5D774B7-7370-4F40-B1EA-E818469748FE}"/>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4A143877-9748-4404-A3BD-ACCFE091B4C1}"/>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Snapshot replaces behavior checks</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4.2</a:t>
            </a:r>
          </a:p>
        </p:txBody>
      </p:sp>
    </p:spTree>
    <p:extLst>
      <p:ext uri="{BB962C8B-B14F-4D97-AF65-F5344CB8AC3E}">
        <p14:creationId xmlns:p14="http://schemas.microsoft.com/office/powerpoint/2010/main" val="844799545"/>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E0B1DEF1-9FDE-455A-81FC-3D686C9712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4B95259-2CAD-487E-81F6-D7A763A198F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89BF68B8-D524-4B21-A69F-944E636A764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1EC1A17B-EF02-4BE3-BED4-C5DCC2F750A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20E0459D-B265-47DA-AFD7-86A15E4A376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121</a:t>
            </a:r>
          </a:p>
        </p:txBody>
      </p:sp>
      <p:sp>
        <p:nvSpPr>
          <p:cNvPr id="6" name="">
            <a:extLst xmlns:a="http://schemas.openxmlformats.org/drawingml/2006/main">
              <a:ext uri="{FF2B5EF4-FFF2-40B4-BE49-F238E27FC236}">
                <a16:creationId xmlns:a16="http://schemas.microsoft.com/office/drawing/2014/main" id="{DD13CB7B-99C9-4CF1-818F-13586970E1C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B911073E-1BA6-4945-834F-432063BFFC85}"/>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A039E0D-ECA7-40AB-B344-8A46C7DD23BD}"/>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034F79BB-EE17-49DD-9AAC-96DE91B595B0}"/>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5B389AA0-91CA-4DC3-892E-A7F6511E5496}"/>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AD11D7EB-0B58-4D7E-A311-D92CF8621F05}"/>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Tests fail for deliberate regressions</a:t>
            </a:r>
          </a:p>
        </p:txBody>
      </p:sp>
      <p:sp>
        <p:nvSpPr>
          <p:cNvPr id="12" name="">
            <a:extLst xmlns:a="http://schemas.openxmlformats.org/drawingml/2006/main">
              <a:ext uri="{FF2B5EF4-FFF2-40B4-BE49-F238E27FC236}">
                <a16:creationId xmlns:a16="http://schemas.microsoft.com/office/drawing/2014/main" id="{856610CF-9E06-458C-8CA3-450E292B543B}"/>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Queries reflect accessibility</a:t>
            </a:r>
          </a:p>
        </p:txBody>
      </p:sp>
      <p:sp>
        <p:nvSpPr>
          <p:cNvPr id="13" name="">
            <a:extLst xmlns:a="http://schemas.openxmlformats.org/drawingml/2006/main">
              <a:ext uri="{FF2B5EF4-FFF2-40B4-BE49-F238E27FC236}">
                <a16:creationId xmlns:a16="http://schemas.microsoft.com/office/drawing/2014/main" id="{A4D10020-63D8-4352-8C6C-4C389541F107}"/>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required flows pass</a:t>
            </a:r>
          </a:p>
        </p:txBody>
      </p:sp>
      <p:sp>
        <p:nvSpPr>
          <p:cNvPr id="14" name="">
            <a:extLst xmlns:a="http://schemas.openxmlformats.org/drawingml/2006/main">
              <a:ext uri="{FF2B5EF4-FFF2-40B4-BE49-F238E27FC236}">
                <a16:creationId xmlns:a16="http://schemas.microsoft.com/office/drawing/2014/main" id="{D1F7226F-CB72-4122-9E13-70EACC598A9B}"/>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Single-run command exits cleanly</a:t>
            </a:r>
          </a:p>
        </p:txBody>
      </p:sp>
      <p:sp>
        <p:nvSpPr>
          <p:cNvPr id="15" name="">
            <a:extLst xmlns:a="http://schemas.openxmlformats.org/drawingml/2006/main">
              <a:ext uri="{FF2B5EF4-FFF2-40B4-BE49-F238E27FC236}">
                <a16:creationId xmlns:a16="http://schemas.microsoft.com/office/drawing/2014/main" id="{F6435753-164E-48E0-8E30-82392145D6AA}"/>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68C63490-601A-4D3E-9665-1F012F6B0888}"/>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E305868B-6EA8-4CBC-AEF3-BE0D2E094E3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4126832D-0CFB-4827-AE10-2AB699141F47}"/>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8AA09A5D-B48A-4B53-AA73-C4FE4A58CB6B}"/>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4.2</a:t>
            </a:r>
          </a:p>
        </p:txBody>
      </p:sp>
    </p:spTree>
    <p:extLst>
      <p:ext uri="{BB962C8B-B14F-4D97-AF65-F5344CB8AC3E}">
        <p14:creationId xmlns:p14="http://schemas.microsoft.com/office/powerpoint/2010/main" val="1081415622"/>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28FB64A4-4DDD-4B73-B9C6-2A6CF0D644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26D178D-30B7-433E-87D9-5BAAF9FF310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9A2B65FD-6F80-4E01-AD70-51E56E91E06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C59069CD-84A1-4F8B-9A7E-054DE7562A5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F251BEBD-6F6D-4649-A5B1-285F57806F3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122</a:t>
            </a:r>
          </a:p>
        </p:txBody>
      </p:sp>
      <p:sp>
        <p:nvSpPr>
          <p:cNvPr id="6" name="">
            <a:extLst xmlns:a="http://schemas.openxmlformats.org/drawingml/2006/main">
              <a:ext uri="{FF2B5EF4-FFF2-40B4-BE49-F238E27FC236}">
                <a16:creationId xmlns:a16="http://schemas.microsoft.com/office/drawing/2014/main" id="{AAC99C8B-B062-41FA-AE0E-D365F44F379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Audit Accessibility and Error Recovery</a:t>
            </a:r>
          </a:p>
        </p:txBody>
      </p:sp>
      <p:sp>
        <p:nvSpPr>
          <p:cNvPr id="7" name="">
            <a:extLst xmlns:a="http://schemas.openxmlformats.org/drawingml/2006/main">
              <a:ext uri="{FF2B5EF4-FFF2-40B4-BE49-F238E27FC236}">
                <a16:creationId xmlns:a16="http://schemas.microsoft.com/office/drawing/2014/main" id="{4374BFC2-7DA5-406F-AD5C-D331CA0281F0}"/>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6038EE4F-759A-4E59-88F4-5A8DB12D3AC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7D2D66BA-D185-48A4-BADC-2C3281E4E5E9}"/>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A0D66D5E-2556-458D-83AA-8EAAD938E996}"/>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Perform keyboard, semantics, focus, contrast and recovery checks and fix only evidenced defects.</a:t>
            </a:r>
          </a:p>
        </p:txBody>
      </p:sp>
      <p:sp>
        <p:nvSpPr>
          <p:cNvPr id="11" name="">
            <a:extLst xmlns:a="http://schemas.openxmlformats.org/drawingml/2006/main">
              <a:ext uri="{FF2B5EF4-FFF2-40B4-BE49-F238E27FC236}">
                <a16:creationId xmlns:a16="http://schemas.microsoft.com/office/drawing/2014/main" id="{62B5BCC8-A3C9-417B-A8F6-1CD3A4639573}"/>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8BBFD19-9CCF-43CF-9276-775640ACDD8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9778C190-AB66-44DA-9645-8E3DE0508B72}"/>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docs/accessibility-audit.md, src/components/AsyncState.tsx</a:t>
            </a:r>
          </a:p>
        </p:txBody>
      </p:sp>
      <p:sp>
        <p:nvSpPr>
          <p:cNvPr id="14" name="">
            <a:extLst xmlns:a="http://schemas.openxmlformats.org/drawingml/2006/main">
              <a:ext uri="{FF2B5EF4-FFF2-40B4-BE49-F238E27FC236}">
                <a16:creationId xmlns:a16="http://schemas.microsoft.com/office/drawing/2014/main" id="{84974877-2C61-4C98-85BA-77F4A334289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1D858B2-C385-4B41-9006-E31C6F5E8D5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EDFC337-22AD-493C-9B41-36EA36F23D7F}"/>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35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4.3</a:t>
            </a:r>
          </a:p>
        </p:txBody>
      </p:sp>
    </p:spTree>
    <p:extLst>
      <p:ext uri="{BB962C8B-B14F-4D97-AF65-F5344CB8AC3E}">
        <p14:creationId xmlns:p14="http://schemas.microsoft.com/office/powerpoint/2010/main" val="1784735535"/>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050197C1-AC37-44B2-96A9-EE4EA6F344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2199E68-3980-4C46-8045-88BF669519B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8A9515E-5CA5-4302-8647-A5EC8ACC50A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D43625BA-1010-45E7-9CB1-A385B01C109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5DFE8D04-4112-444E-8E95-BC976965414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123</a:t>
            </a:r>
          </a:p>
        </p:txBody>
      </p:sp>
      <p:sp>
        <p:nvSpPr>
          <p:cNvPr id="6" name="">
            <a:extLst xmlns:a="http://schemas.openxmlformats.org/drawingml/2006/main">
              <a:ext uri="{FF2B5EF4-FFF2-40B4-BE49-F238E27FC236}">
                <a16:creationId xmlns:a16="http://schemas.microsoft.com/office/drawing/2014/main" id="{BFE59170-CCD3-4204-B6B3-162EC5474E7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9E18E695-7E8F-4BBB-82DC-CEDEDD0852BC}"/>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63CE673-9936-41AA-B739-8AEE140A2194}"/>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FD8E8480-DACF-4DA3-9458-F2DDA7E9F253}"/>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B87AA616-670B-40BD-9BE5-DA84AFADFAD7}"/>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7861BF8C-9B35-4804-9CC7-57C13681A203}"/>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keyboard access</a:t>
            </a:r>
          </a:p>
        </p:txBody>
      </p:sp>
      <p:sp>
        <p:nvSpPr>
          <p:cNvPr id="12" name="">
            <a:extLst xmlns:a="http://schemas.openxmlformats.org/drawingml/2006/main">
              <a:ext uri="{FF2B5EF4-FFF2-40B4-BE49-F238E27FC236}">
                <a16:creationId xmlns:a16="http://schemas.microsoft.com/office/drawing/2014/main" id="{940BD5B5-0782-4F02-994C-D6154ADE13F0}"/>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 management</a:t>
            </a:r>
          </a:p>
        </p:txBody>
      </p:sp>
      <p:sp>
        <p:nvSpPr>
          <p:cNvPr id="13" name="">
            <a:extLst xmlns:a="http://schemas.openxmlformats.org/drawingml/2006/main">
              <a:ext uri="{FF2B5EF4-FFF2-40B4-BE49-F238E27FC236}">
                <a16:creationId xmlns:a16="http://schemas.microsoft.com/office/drawing/2014/main" id="{4CCD0D86-5C3D-4DAF-98F8-29CD52835618}"/>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live region</a:t>
            </a:r>
          </a:p>
        </p:txBody>
      </p:sp>
      <p:sp>
        <p:nvSpPr>
          <p:cNvPr id="14" name="">
            <a:extLst xmlns:a="http://schemas.openxmlformats.org/drawingml/2006/main">
              <a:ext uri="{FF2B5EF4-FFF2-40B4-BE49-F238E27FC236}">
                <a16:creationId xmlns:a16="http://schemas.microsoft.com/office/drawing/2014/main" id="{DEA91815-F4B9-4BE4-A7AF-548B6905ED04}"/>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error recovery</a:t>
            </a:r>
          </a:p>
        </p:txBody>
      </p:sp>
      <p:sp>
        <p:nvSpPr>
          <p:cNvPr id="15" name="">
            <a:extLst xmlns:a="http://schemas.openxmlformats.org/drawingml/2006/main">
              <a:ext uri="{FF2B5EF4-FFF2-40B4-BE49-F238E27FC236}">
                <a16:creationId xmlns:a16="http://schemas.microsoft.com/office/drawing/2014/main" id="{E05DD1BB-23FB-4FD8-8A31-BDC8D480736C}"/>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controls work by keyboard</a:t>
            </a:r>
          </a:p>
        </p:txBody>
      </p:sp>
      <p:sp>
        <p:nvSpPr>
          <p:cNvPr id="16" name="">
            <a:extLst xmlns:a="http://schemas.openxmlformats.org/drawingml/2006/main">
              <a:ext uri="{FF2B5EF4-FFF2-40B4-BE49-F238E27FC236}">
                <a16:creationId xmlns:a16="http://schemas.microsoft.com/office/drawing/2014/main" id="{88147D41-78FC-4F89-A9C2-27EFB26A5FE9}"/>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Errors are announced</a:t>
            </a:r>
          </a:p>
        </p:txBody>
      </p:sp>
      <p:sp>
        <p:nvSpPr>
          <p:cNvPr id="17" name="">
            <a:extLst xmlns:a="http://schemas.openxmlformats.org/drawingml/2006/main">
              <a:ext uri="{FF2B5EF4-FFF2-40B4-BE49-F238E27FC236}">
                <a16:creationId xmlns:a16="http://schemas.microsoft.com/office/drawing/2014/main" id="{D884547E-DE50-48A1-A95E-A09E6B55C336}"/>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 remains visible</a:t>
            </a:r>
          </a:p>
        </p:txBody>
      </p:sp>
      <p:sp>
        <p:nvSpPr>
          <p:cNvPr id="18" name="">
            <a:extLst xmlns:a="http://schemas.openxmlformats.org/drawingml/2006/main">
              <a:ext uri="{FF2B5EF4-FFF2-40B4-BE49-F238E27FC236}">
                <a16:creationId xmlns:a16="http://schemas.microsoft.com/office/drawing/2014/main" id="{7C2593A8-4A4B-4599-932A-115A0BEF22AE}"/>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Zoom and narrow width remain usable</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4.3</a:t>
            </a:r>
          </a:p>
        </p:txBody>
      </p:sp>
    </p:spTree>
    <p:extLst>
      <p:ext uri="{BB962C8B-B14F-4D97-AF65-F5344CB8AC3E}">
        <p14:creationId xmlns:p14="http://schemas.microsoft.com/office/powerpoint/2010/main" val="241798728"/>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EA08C38F-8B73-41C2-9602-27D714CB3E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9E7EE81-6740-465A-977A-99F2CB99A83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9ADB6A3-C482-4405-92BC-C94015123E9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A8175F33-79DD-4BBD-99B4-B05650CC921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9B7A1720-2C83-4958-B61D-C85DCA6B548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124</a:t>
            </a:r>
          </a:p>
        </p:txBody>
      </p:sp>
      <p:sp>
        <p:nvSpPr>
          <p:cNvPr id="6" name="">
            <a:extLst xmlns:a="http://schemas.openxmlformats.org/drawingml/2006/main">
              <a:ext uri="{FF2B5EF4-FFF2-40B4-BE49-F238E27FC236}">
                <a16:creationId xmlns:a16="http://schemas.microsoft.com/office/drawing/2014/main" id="{8BF28FC2-B70A-4B64-B9B9-8D624D9D2ED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97BC7DC7-A063-4483-AA75-4ECC7E1529DB}"/>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1F12E15-DBE9-4BE9-A5CD-91C25E2AFAFA}"/>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88B6308F-875A-45B1-8204-64C2260D8CF3}"/>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Navigate the complete app using only Tab, Shift+Tab, Enter, Space and browser back</a:t>
            </a:r>
          </a:p>
        </p:txBody>
      </p:sp>
      <p:sp>
        <p:nvSpPr>
          <p:cNvPr id="10" name="">
            <a:extLst xmlns:a="http://schemas.openxmlformats.org/drawingml/2006/main">
              <a:ext uri="{FF2B5EF4-FFF2-40B4-BE49-F238E27FC236}">
                <a16:creationId xmlns:a16="http://schemas.microsoft.com/office/drawing/2014/main" id="{0905918A-4824-4D8F-8104-23935951080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65CD0C7-4480-4106-86F1-6F7AF30B6B4D}"/>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1DE2AE4E-9838-4B49-B3ED-252E6DF8DA20}"/>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landmarks, heading order, control names and error announcements in the …</a:t>
            </a:r>
          </a:p>
        </p:txBody>
      </p:sp>
      <p:sp>
        <p:nvSpPr>
          <p:cNvPr id="13" name="">
            <a:extLst xmlns:a="http://schemas.openxmlformats.org/drawingml/2006/main">
              <a:ext uri="{FF2B5EF4-FFF2-40B4-BE49-F238E27FC236}">
                <a16:creationId xmlns:a16="http://schemas.microsoft.com/office/drawing/2014/main" id="{D330CEE2-8675-4F26-9885-227671D1C1CA}"/>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68023DD5-6964-4721-8631-6F6385A96EE7}"/>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3A152A55-CF12-4630-ABC2-DAB16F447A71}"/>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Check contrast, 200 percent zoom, narrow viewport and prefers-reduced-motion</a:t>
            </a:r>
          </a:p>
        </p:txBody>
      </p:sp>
      <p:sp>
        <p:nvSpPr>
          <p:cNvPr id="16" name="">
            <a:extLst xmlns:a="http://schemas.openxmlformats.org/drawingml/2006/main">
              <a:ext uri="{FF2B5EF4-FFF2-40B4-BE49-F238E27FC236}">
                <a16:creationId xmlns:a16="http://schemas.microsoft.com/office/drawing/2014/main" id="{D3CCB312-6368-4274-BA25-2E3FC16E77A7}"/>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D8E553C-BF45-4C8B-9F15-F9081F3C916F}"/>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06606504-4BD4-485F-A073-56322DEA5A67}"/>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Trigger form and network errors; verify focus and retry guidance lead to recovery</a:t>
            </a:r>
          </a:p>
        </p:txBody>
      </p:sp>
      <p:sp>
        <p:nvSpPr>
          <p:cNvPr id="19" name="">
            <a:extLst xmlns:a="http://schemas.openxmlformats.org/drawingml/2006/main">
              <a:ext uri="{FF2B5EF4-FFF2-40B4-BE49-F238E27FC236}">
                <a16:creationId xmlns:a16="http://schemas.microsoft.com/office/drawing/2014/main" id="{E103A133-3023-422C-A140-B6F154D8F35A}"/>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4617A620-7FE8-4AB3-AB4C-442C48385060}"/>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FCD27CEB-24B3-4565-A5C9-6E6C2CC44DA8}"/>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rank findings by user impact and propose one file-scoped patch per finding</a:t>
            </a:r>
          </a:p>
        </p:txBody>
      </p:sp>
      <p:sp>
        <p:nvSpPr>
          <p:cNvPr id="22" name="">
            <a:extLst xmlns:a="http://schemas.openxmlformats.org/drawingml/2006/main">
              <a:ext uri="{FF2B5EF4-FFF2-40B4-BE49-F238E27FC236}">
                <a16:creationId xmlns:a16="http://schemas.microsoft.com/office/drawing/2014/main" id="{8343A375-9E34-45D3-A45D-91FCC4FEE021}"/>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125CBF2F-1E86-452E-BDAA-7F3E8BC792B5}"/>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0FC68BB6-1B75-45C7-BAC9-16ABA226A82D}"/>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Retest each corrected behavior and record evidence rather than marking a generic compliance …</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4.3</a:t>
            </a:r>
          </a:p>
        </p:txBody>
      </p:sp>
    </p:spTree>
    <p:extLst>
      <p:ext uri="{BB962C8B-B14F-4D97-AF65-F5344CB8AC3E}">
        <p14:creationId xmlns:p14="http://schemas.microsoft.com/office/powerpoint/2010/main" val="1715767555"/>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19DAC27F-AE12-4C90-921C-45228EC8310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9A51ABA-486A-4D58-AED8-E21CC9BFFF3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926F2FF-7BB8-4F68-88BF-5C0FF446565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752C305D-53ED-47FE-8CFE-CF4BB7FA958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9C59B654-0C05-4C51-B24A-596118F05E2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125</a:t>
            </a:r>
          </a:p>
        </p:txBody>
      </p:sp>
      <p:sp>
        <p:nvSpPr>
          <p:cNvPr id="6" name="">
            <a:extLst xmlns:a="http://schemas.openxmlformats.org/drawingml/2006/main">
              <a:ext uri="{FF2B5EF4-FFF2-40B4-BE49-F238E27FC236}">
                <a16:creationId xmlns:a16="http://schemas.microsoft.com/office/drawing/2014/main" id="{26441521-EBB5-4175-8D29-11B4C4241F6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57ADB67E-5E94-491D-97F3-17A9C3395C37}"/>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3576F087-E664-4FE7-B514-7F7A603B8780}"/>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BB3AD6E1-AFD9-4556-AA9C-451708D62872}"/>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Review the supplied accessibility evidence and relevant components. Rank concrete defects by user impact. For each, name the standard interaction that fails, exact file, minimal patch and manual retest. Do not claim compliance and do not change visual style without evidence.</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4.3</a:t>
            </a:r>
          </a:p>
        </p:txBody>
      </p:sp>
    </p:spTree>
    <p:extLst>
      <p:ext uri="{BB962C8B-B14F-4D97-AF65-F5344CB8AC3E}">
        <p14:creationId xmlns:p14="http://schemas.microsoft.com/office/powerpoint/2010/main" val="1589955437"/>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992AF846-31F3-45C0-A746-605693F083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EABFA6E-4FC5-414D-B84B-BF05C247C35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66E3327-F0DB-49E0-B200-08DADAF8DF0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06E9D32E-2559-45C1-96E4-7815281DC2F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B7395CE9-FAA6-43C6-B043-405BAB5B6E7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126</a:t>
            </a:r>
          </a:p>
        </p:txBody>
      </p:sp>
      <p:sp>
        <p:nvSpPr>
          <p:cNvPr id="6" name="">
            <a:extLst xmlns:a="http://schemas.openxmlformats.org/drawingml/2006/main">
              <a:ext uri="{FF2B5EF4-FFF2-40B4-BE49-F238E27FC236}">
                <a16:creationId xmlns:a16="http://schemas.microsoft.com/office/drawing/2014/main" id="{B4FCAC24-B771-4CFC-BEE1-D376CF9D139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92D11D67-7E76-4986-A227-789463412E7A}"/>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61BAE9FB-65A3-467D-84A6-F70A5403838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90BF703C-2464-4E87-9AD6-FDE26EB184C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C3DB4A2-7FFC-41F6-9DD4-D7EC39B7074A}"/>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Automated scan treated as complete</a:t>
            </a:r>
          </a:p>
        </p:txBody>
      </p:sp>
      <p:sp>
        <p:nvSpPr>
          <p:cNvPr id="11" name="">
            <a:extLst xmlns:a="http://schemas.openxmlformats.org/drawingml/2006/main">
              <a:ext uri="{FF2B5EF4-FFF2-40B4-BE49-F238E27FC236}">
                <a16:creationId xmlns:a16="http://schemas.microsoft.com/office/drawing/2014/main" id="{ECB15C8F-EDA0-46B7-AE86-7EA7B2FCCD6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8953BE3-5F6A-4B08-B5A3-1A31B1E2370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F482D39A-A645-483B-A970-79593EF521A5}"/>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Focus indicator removed</a:t>
            </a:r>
          </a:p>
        </p:txBody>
      </p:sp>
      <p:sp>
        <p:nvSpPr>
          <p:cNvPr id="14" name="">
            <a:extLst xmlns:a="http://schemas.openxmlformats.org/drawingml/2006/main">
              <a:ext uri="{FF2B5EF4-FFF2-40B4-BE49-F238E27FC236}">
                <a16:creationId xmlns:a16="http://schemas.microsoft.com/office/drawing/2014/main" id="{E9C3590D-39FF-4340-A54C-60EF802E1AE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704958FE-8D17-4619-AE35-F490E4E6C29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CE2C31F7-A5EE-4E08-B8F5-BAA4A4FA5C1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Error appears visually but is not announced</a:t>
            </a:r>
          </a:p>
        </p:txBody>
      </p:sp>
      <p:sp>
        <p:nvSpPr>
          <p:cNvPr id="17" name="">
            <a:extLst xmlns:a="http://schemas.openxmlformats.org/drawingml/2006/main">
              <a:ext uri="{FF2B5EF4-FFF2-40B4-BE49-F238E27FC236}">
                <a16:creationId xmlns:a16="http://schemas.microsoft.com/office/drawing/2014/main" id="{5A7736D4-0AF8-4466-B66E-8B634CAECB2C}"/>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9CC81317-9E12-45AB-87FF-AD42EE993686}"/>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76FD5178-89A3-4D65-937C-C425FC05B40B}"/>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Color-only status</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4.3</a:t>
            </a:r>
          </a:p>
        </p:txBody>
      </p:sp>
    </p:spTree>
    <p:extLst>
      <p:ext uri="{BB962C8B-B14F-4D97-AF65-F5344CB8AC3E}">
        <p14:creationId xmlns:p14="http://schemas.microsoft.com/office/powerpoint/2010/main" val="1631609522"/>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30C7133-AED0-4265-B3B4-B8FA96F475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1FFBDE4-08DF-435B-8DE2-3CEE3BC5BD8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950AF07F-16A8-4A67-A07D-643E95A825C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4F172842-8671-4359-A178-A11C3AF30C4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B8AE6D81-A066-4F34-BD57-B66892B5BA2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127</a:t>
            </a:r>
          </a:p>
        </p:txBody>
      </p:sp>
      <p:sp>
        <p:nvSpPr>
          <p:cNvPr id="6" name="">
            <a:extLst xmlns:a="http://schemas.openxmlformats.org/drawingml/2006/main">
              <a:ext uri="{FF2B5EF4-FFF2-40B4-BE49-F238E27FC236}">
                <a16:creationId xmlns:a16="http://schemas.microsoft.com/office/drawing/2014/main" id="{F2FE9234-6550-4B54-98CC-FF7DD833CD9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50F1D4C0-46C4-4C31-A651-FD04D8747FF6}"/>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386DAAB-C829-4103-81FD-70AE3C9863D0}"/>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FE5420B6-AD4C-4DFF-8DAA-0E333B9F278C}"/>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693E1496-F2C6-4821-8E94-CF80146BCC3B}"/>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3B2FB793-05A0-4432-A289-201F5C7FEFC4}"/>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controls work by keyboard</a:t>
            </a:r>
          </a:p>
        </p:txBody>
      </p:sp>
      <p:sp>
        <p:nvSpPr>
          <p:cNvPr id="12" name="">
            <a:extLst xmlns:a="http://schemas.openxmlformats.org/drawingml/2006/main">
              <a:ext uri="{FF2B5EF4-FFF2-40B4-BE49-F238E27FC236}">
                <a16:creationId xmlns:a16="http://schemas.microsoft.com/office/drawing/2014/main" id="{531FAC99-F72B-4447-A74B-8D4FAEF3346F}"/>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Errors are announced</a:t>
            </a:r>
          </a:p>
        </p:txBody>
      </p:sp>
      <p:sp>
        <p:nvSpPr>
          <p:cNvPr id="13" name="">
            <a:extLst xmlns:a="http://schemas.openxmlformats.org/drawingml/2006/main">
              <a:ext uri="{FF2B5EF4-FFF2-40B4-BE49-F238E27FC236}">
                <a16:creationId xmlns:a16="http://schemas.microsoft.com/office/drawing/2014/main" id="{8FE82D6F-4924-401E-A9E0-0EAB2B506AFA}"/>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 remains visible</a:t>
            </a:r>
          </a:p>
        </p:txBody>
      </p:sp>
      <p:sp>
        <p:nvSpPr>
          <p:cNvPr id="14" name="">
            <a:extLst xmlns:a="http://schemas.openxmlformats.org/drawingml/2006/main">
              <a:ext uri="{FF2B5EF4-FFF2-40B4-BE49-F238E27FC236}">
                <a16:creationId xmlns:a16="http://schemas.microsoft.com/office/drawing/2014/main" id="{BDF38A18-5832-471F-81E4-C817764B3247}"/>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Zoom and narrow width remain usable</a:t>
            </a:r>
          </a:p>
        </p:txBody>
      </p:sp>
      <p:sp>
        <p:nvSpPr>
          <p:cNvPr id="15" name="">
            <a:extLst xmlns:a="http://schemas.openxmlformats.org/drawingml/2006/main">
              <a:ext uri="{FF2B5EF4-FFF2-40B4-BE49-F238E27FC236}">
                <a16:creationId xmlns:a16="http://schemas.microsoft.com/office/drawing/2014/main" id="{96A22539-F413-4C2D-BC03-32D91FBE6BB1}"/>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85E1E2CC-6259-4E4B-90FB-55F5AE13D5CE}"/>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D1B42839-8A28-46D4-9E71-07906D6F8555}"/>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1A80943D-9ED1-472C-819D-C494C2F00A83}"/>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48178E3F-6B41-49A6-8E8F-9C6063A8E192}"/>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4.3</a:t>
            </a:r>
          </a:p>
        </p:txBody>
      </p:sp>
    </p:spTree>
    <p:extLst>
      <p:ext uri="{BB962C8B-B14F-4D97-AF65-F5344CB8AC3E}">
        <p14:creationId xmlns:p14="http://schemas.microsoft.com/office/powerpoint/2010/main" val="1282777063"/>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B21BDFA-9AF6-400F-A904-C5AD0BEA7E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CDA30C4-D251-438F-840C-7B1E2C60C6A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53243835-4413-443B-B110-6E2EB09EEC8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D40813C0-0981-4C52-848E-F9382E56485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DBDDA064-44CB-4DE3-8CBE-2D6DE632577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128</a:t>
            </a:r>
          </a:p>
        </p:txBody>
      </p:sp>
      <p:sp>
        <p:nvSpPr>
          <p:cNvPr id="6" name="">
            <a:extLst xmlns:a="http://schemas.openxmlformats.org/drawingml/2006/main">
              <a:ext uri="{FF2B5EF4-FFF2-40B4-BE49-F238E27FC236}">
                <a16:creationId xmlns:a16="http://schemas.microsoft.com/office/drawing/2014/main" id="{06D5335C-E89E-4F34-94BA-F63D8485FDE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Profile, Refactor and Document Production Code</a:t>
            </a:r>
          </a:p>
        </p:txBody>
      </p:sp>
      <p:sp>
        <p:nvSpPr>
          <p:cNvPr id="7" name="">
            <a:extLst xmlns:a="http://schemas.openxmlformats.org/drawingml/2006/main">
              <a:ext uri="{FF2B5EF4-FFF2-40B4-BE49-F238E27FC236}">
                <a16:creationId xmlns:a16="http://schemas.microsoft.com/office/drawing/2014/main" id="{D2B49AF8-D7A1-4C7F-9DBA-79F6067066C4}"/>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DED8069B-40FC-43A0-A1E4-B5D13275380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211C399-A3B1-4FC0-8120-F2AF99C78E5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33BE41B-5A6A-4D02-BE06-BE2725ACF871}"/>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Use measurements to improve unnecessary rendering, bundle quality and maintainability without premature optimization.</a:t>
            </a:r>
          </a:p>
        </p:txBody>
      </p:sp>
      <p:sp>
        <p:nvSpPr>
          <p:cNvPr id="11" name="">
            <a:extLst xmlns:a="http://schemas.openxmlformats.org/drawingml/2006/main">
              <a:ext uri="{FF2B5EF4-FFF2-40B4-BE49-F238E27FC236}">
                <a16:creationId xmlns:a16="http://schemas.microsoft.com/office/drawing/2014/main" id="{ACF57270-1BB8-46E4-8ACD-47AF10CC6C4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69F1E6B2-4CC8-4353-AF9E-CBEC0A242D7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A84B85B5-9089-4108-B634-658FDFCBFC8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docs/performance-log.md, README.md, src/components/TaskCard.tsx</a:t>
            </a:r>
          </a:p>
        </p:txBody>
      </p:sp>
      <p:sp>
        <p:nvSpPr>
          <p:cNvPr id="14" name="">
            <a:extLst xmlns:a="http://schemas.openxmlformats.org/drawingml/2006/main">
              <a:ext uri="{FF2B5EF4-FFF2-40B4-BE49-F238E27FC236}">
                <a16:creationId xmlns:a16="http://schemas.microsoft.com/office/drawing/2014/main" id="{1369FCBD-1DDE-434E-8CAA-8A28E74F09B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334DF027-6FAF-44C3-B57E-33526F031AC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87079585-551C-480C-9CBD-6D1234F9D864}"/>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35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4.4</a:t>
            </a:r>
          </a:p>
        </p:txBody>
      </p:sp>
    </p:spTree>
    <p:extLst>
      <p:ext uri="{BB962C8B-B14F-4D97-AF65-F5344CB8AC3E}">
        <p14:creationId xmlns:p14="http://schemas.microsoft.com/office/powerpoint/2010/main" val="1001167404"/>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47E05FC9-A847-496D-BBCB-685D8E89CA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F69BB0F-3F6A-47A8-9697-3BB899CB9CA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706683C-DF84-497F-9939-AC8D47DB4D3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998408FF-E09F-4061-81A5-C28776E8FEF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95A66B09-3BC4-41D6-BF36-67B1AE01405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129</a:t>
            </a:r>
          </a:p>
        </p:txBody>
      </p:sp>
      <p:sp>
        <p:nvSpPr>
          <p:cNvPr id="6" name="">
            <a:extLst xmlns:a="http://schemas.openxmlformats.org/drawingml/2006/main">
              <a:ext uri="{FF2B5EF4-FFF2-40B4-BE49-F238E27FC236}">
                <a16:creationId xmlns:a16="http://schemas.microsoft.com/office/drawing/2014/main" id="{240575ED-C3A2-4F8C-AD1C-E416EDEEDA3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FF784405-E479-4DCB-9B53-5D11330ABF7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6DFB78A-F331-4DA7-A9CB-3DF12FD82AB0}"/>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C44428AF-18A8-4C3E-BE57-223DD2434A3A}"/>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CA22B17A-AB3D-48AA-B505-AA74BA8FA56D}"/>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374FC208-3935-489D-9C26-C1A62BA3622E}"/>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profiler</a:t>
            </a:r>
          </a:p>
        </p:txBody>
      </p:sp>
      <p:sp>
        <p:nvSpPr>
          <p:cNvPr id="12" name="">
            <a:extLst xmlns:a="http://schemas.openxmlformats.org/drawingml/2006/main">
              <a:ext uri="{FF2B5EF4-FFF2-40B4-BE49-F238E27FC236}">
                <a16:creationId xmlns:a16="http://schemas.microsoft.com/office/drawing/2014/main" id="{003D4462-6308-4944-939B-BEBDF912085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memoization</a:t>
            </a:r>
          </a:p>
        </p:txBody>
      </p:sp>
      <p:sp>
        <p:nvSpPr>
          <p:cNvPr id="13" name="">
            <a:extLst xmlns:a="http://schemas.openxmlformats.org/drawingml/2006/main">
              <a:ext uri="{FF2B5EF4-FFF2-40B4-BE49-F238E27FC236}">
                <a16:creationId xmlns:a16="http://schemas.microsoft.com/office/drawing/2014/main" id="{8E559BF0-37EB-4C7A-B019-17C500C09FD0}"/>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bundle warning</a:t>
            </a:r>
          </a:p>
        </p:txBody>
      </p:sp>
      <p:sp>
        <p:nvSpPr>
          <p:cNvPr id="14" name="">
            <a:extLst xmlns:a="http://schemas.openxmlformats.org/drawingml/2006/main">
              <a:ext uri="{FF2B5EF4-FFF2-40B4-BE49-F238E27FC236}">
                <a16:creationId xmlns:a16="http://schemas.microsoft.com/office/drawing/2014/main" id="{A0A2EBAF-B6CE-4795-8026-8D8067C2BF41}"/>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documentation</a:t>
            </a:r>
          </a:p>
        </p:txBody>
      </p:sp>
      <p:sp>
        <p:nvSpPr>
          <p:cNvPr id="15" name="">
            <a:extLst xmlns:a="http://schemas.openxmlformats.org/drawingml/2006/main">
              <a:ext uri="{FF2B5EF4-FFF2-40B4-BE49-F238E27FC236}">
                <a16:creationId xmlns:a16="http://schemas.microsoft.com/office/drawing/2014/main" id="{041AFED0-85DE-4849-9BE9-82B573E5DAAE}"/>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Change has measured benefit or is reverted</a:t>
            </a:r>
          </a:p>
        </p:txBody>
      </p:sp>
      <p:sp>
        <p:nvSpPr>
          <p:cNvPr id="16" name="">
            <a:extLst xmlns:a="http://schemas.openxmlformats.org/drawingml/2006/main">
              <a:ext uri="{FF2B5EF4-FFF2-40B4-BE49-F238E27FC236}">
                <a16:creationId xmlns:a16="http://schemas.microsoft.com/office/drawing/2014/main" id="{73F0F619-B5A8-4C2B-A591-951D6ECE2872}"/>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Build has no unexplained warning</a:t>
            </a:r>
          </a:p>
        </p:txBody>
      </p:sp>
      <p:sp>
        <p:nvSpPr>
          <p:cNvPr id="17" name="">
            <a:extLst xmlns:a="http://schemas.openxmlformats.org/drawingml/2006/main">
              <a:ext uri="{FF2B5EF4-FFF2-40B4-BE49-F238E27FC236}">
                <a16:creationId xmlns:a16="http://schemas.microsoft.com/office/drawing/2014/main" id="{D391D0A6-0F83-42D6-AB6A-6B7D94CA8A67}"/>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README is reproducible</a:t>
            </a:r>
          </a:p>
        </p:txBody>
      </p:sp>
      <p:sp>
        <p:nvSpPr>
          <p:cNvPr id="18" name="">
            <a:extLst xmlns:a="http://schemas.openxmlformats.org/drawingml/2006/main">
              <a:ext uri="{FF2B5EF4-FFF2-40B4-BE49-F238E27FC236}">
                <a16:creationId xmlns:a16="http://schemas.microsoft.com/office/drawing/2014/main" id="{B8AECD26-EEAF-471C-87F6-39C3B9CAFFCF}"/>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debug output remains</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4.4</a:t>
            </a:r>
          </a:p>
        </p:txBody>
      </p:sp>
    </p:spTree>
    <p:extLst>
      <p:ext uri="{BB962C8B-B14F-4D97-AF65-F5344CB8AC3E}">
        <p14:creationId xmlns:p14="http://schemas.microsoft.com/office/powerpoint/2010/main" val="1548312406"/>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AE2F444F-4A05-4754-94C3-2E808D6F67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CF36419-5CB0-4BFF-86AB-E2C2D42983B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5296448D-1787-4D2C-AE68-8843C7B7E424}"/>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FEDCD8CF-281E-401E-89DC-B1E56067C17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012E8615-581C-4A65-B339-16072D1BDAB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130</a:t>
            </a:r>
          </a:p>
        </p:txBody>
      </p:sp>
      <p:sp>
        <p:nvSpPr>
          <p:cNvPr id="6" name="">
            <a:extLst xmlns:a="http://schemas.openxmlformats.org/drawingml/2006/main">
              <a:ext uri="{FF2B5EF4-FFF2-40B4-BE49-F238E27FC236}">
                <a16:creationId xmlns:a16="http://schemas.microsoft.com/office/drawing/2014/main" id="{804F2C45-00ED-4983-AA9A-5400F42AFDD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BA684512-9618-42D5-AD37-3ACAE9798934}"/>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B98978F-C433-4EDA-9F98-A691040869E3}"/>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438D7C15-A128-4D04-8F1D-F860F20DF771}"/>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Record a React DevTools Profiler trace while filtering and moving tasks; identify the …</a:t>
            </a:r>
          </a:p>
        </p:txBody>
      </p:sp>
      <p:sp>
        <p:nvSpPr>
          <p:cNvPr id="10" name="">
            <a:extLst xmlns:a="http://schemas.openxmlformats.org/drawingml/2006/main">
              <a:ext uri="{FF2B5EF4-FFF2-40B4-BE49-F238E27FC236}">
                <a16:creationId xmlns:a16="http://schemas.microsoft.com/office/drawing/2014/main" id="{36BBE13D-6110-4D0A-BE92-3904D1622439}"/>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D710D8C-AEEA-4EE0-9644-5477C29D37F1}"/>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F3AAB63E-7E49-4E2F-9CD7-5581FB93ABC2}"/>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explain the measurement and propose options before adding memoization</a:t>
            </a:r>
          </a:p>
        </p:txBody>
      </p:sp>
      <p:sp>
        <p:nvSpPr>
          <p:cNvPr id="13" name="">
            <a:extLst xmlns:a="http://schemas.openxmlformats.org/drawingml/2006/main">
              <a:ext uri="{FF2B5EF4-FFF2-40B4-BE49-F238E27FC236}">
                <a16:creationId xmlns:a16="http://schemas.microsoft.com/office/drawing/2014/main" id="{B9952BFF-8851-414D-ADAC-41EB953B9738}"/>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95A0346F-5B06-4525-8115-AD1720DC0115}"/>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10B1C7D6-0E39-4F08-8F91-0FD70E3747D9}"/>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Apply one targeted optimization only if the trace shows meaningful avoidable work</a:t>
            </a:r>
          </a:p>
        </p:txBody>
      </p:sp>
      <p:sp>
        <p:nvSpPr>
          <p:cNvPr id="16" name="">
            <a:extLst xmlns:a="http://schemas.openxmlformats.org/drawingml/2006/main">
              <a:ext uri="{FF2B5EF4-FFF2-40B4-BE49-F238E27FC236}">
                <a16:creationId xmlns:a16="http://schemas.microsoft.com/office/drawing/2014/main" id="{197E746E-E27B-4B86-956D-837202FB7A56}"/>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BF0DDBD-8853-4A71-BBE4-63A8A198281D}"/>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D795F2C8-F109-4C35-8D19-E9C91534C846}"/>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a production build and inspect warnings, asset sizes and source-map policy</a:t>
            </a:r>
          </a:p>
        </p:txBody>
      </p:sp>
      <p:sp>
        <p:nvSpPr>
          <p:cNvPr id="19" name="">
            <a:extLst xmlns:a="http://schemas.openxmlformats.org/drawingml/2006/main">
              <a:ext uri="{FF2B5EF4-FFF2-40B4-BE49-F238E27FC236}">
                <a16:creationId xmlns:a16="http://schemas.microsoft.com/office/drawing/2014/main" id="{267B7998-6FD1-43E9-88CC-7910C018529A}"/>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106CBB42-8749-49F8-932A-39BDFFF7EDF1}"/>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3FD67BDF-4DC7-4BF0-AD30-DEDAD338FB41}"/>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Remove debug logs, dead code and obsolete comments; add concise component and setup …</a:t>
            </a:r>
          </a:p>
        </p:txBody>
      </p:sp>
      <p:sp>
        <p:nvSpPr>
          <p:cNvPr id="22" name="">
            <a:extLst xmlns:a="http://schemas.openxmlformats.org/drawingml/2006/main">
              <a:ext uri="{FF2B5EF4-FFF2-40B4-BE49-F238E27FC236}">
                <a16:creationId xmlns:a16="http://schemas.microsoft.com/office/drawing/2014/main" id="{A730516B-C07F-4A07-AA41-D448E06CCAFA}"/>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17E7FB80-2180-4D45-A600-75414297A6F6}"/>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D0DCBA58-4C1D-462A-8BCD-E3DDB7CAFD03}"/>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Compare profiler evidence and bundle output before and after; revert changes without …</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4.4</a:t>
            </a:r>
          </a:p>
        </p:txBody>
      </p:sp>
    </p:spTree>
    <p:extLst>
      <p:ext uri="{BB962C8B-B14F-4D97-AF65-F5344CB8AC3E}">
        <p14:creationId xmlns:p14="http://schemas.microsoft.com/office/powerpoint/2010/main" val="1704151556"/>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AF0A7BC8-DDAC-4223-B56D-432D86DB59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9CD2346-7886-47FB-9E61-0213D278610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2CABFD5-4E55-4426-BCCF-54EDB62F8D5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CA788855-CC6F-4817-BDEE-912770EE544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0ABA90D-1A15-411E-9E50-20F6A8FA941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131</a:t>
            </a:r>
          </a:p>
        </p:txBody>
      </p:sp>
      <p:sp>
        <p:nvSpPr>
          <p:cNvPr id="6" name="">
            <a:extLst xmlns:a="http://schemas.openxmlformats.org/drawingml/2006/main">
              <a:ext uri="{FF2B5EF4-FFF2-40B4-BE49-F238E27FC236}">
                <a16:creationId xmlns:a16="http://schemas.microsoft.com/office/drawing/2014/main" id="{DD39F3B8-BB73-4A61-86FB-F4CFB9101D4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3DEDA80C-169A-4448-A4C7-E538692666EC}"/>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996C659C-28D0-4ED0-92CD-E8DDC0924A6F}"/>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16B6A3C5-9330-432C-AB0C-4CF023EE84A3}"/>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Use the profiler evidence and build output I provide. Identify measured bottlenecks and propose the smallest improvement. Do not add memo/useMemo/useCallback by default. Explain trade-offs, then update README setup, architecture, commands, limitations and rollback notes.</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4.4</a:t>
            </a:r>
          </a:p>
        </p:txBody>
      </p:sp>
    </p:spTree>
    <p:extLst>
      <p:ext uri="{BB962C8B-B14F-4D97-AF65-F5344CB8AC3E}">
        <p14:creationId xmlns:p14="http://schemas.microsoft.com/office/powerpoint/2010/main" val="1304188136"/>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12A9CEB8-6734-4080-B685-1A97AF3A09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59F57F7-ACA0-47FA-B149-F337F212DBB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D0CA14E6-98B6-4F94-A392-77E64FB5F9E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2218CF69-ED67-454D-8969-CC67FC2B557E}"/>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5B4820D-BF76-4297-AA76-AAAA383A44F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132</a:t>
            </a:r>
          </a:p>
        </p:txBody>
      </p:sp>
      <p:sp>
        <p:nvSpPr>
          <p:cNvPr id="6" name="">
            <a:extLst xmlns:a="http://schemas.openxmlformats.org/drawingml/2006/main">
              <a:ext uri="{FF2B5EF4-FFF2-40B4-BE49-F238E27FC236}">
                <a16:creationId xmlns:a16="http://schemas.microsoft.com/office/drawing/2014/main" id="{9F3DB95A-9BC4-4D44-870F-71E12D7CCF2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951E3E4B-7994-47C2-A412-36D76DEF569A}"/>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9257ACCA-0A2C-4817-A66A-4F14D246AE5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9E6A65E0-9DC5-420F-9B04-F985B948F66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455B2F67-A239-4A46-A727-FF8042D8D5D6}"/>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Memoizing everything</a:t>
            </a:r>
          </a:p>
        </p:txBody>
      </p:sp>
      <p:sp>
        <p:nvSpPr>
          <p:cNvPr id="11" name="">
            <a:extLst xmlns:a="http://schemas.openxmlformats.org/drawingml/2006/main">
              <a:ext uri="{FF2B5EF4-FFF2-40B4-BE49-F238E27FC236}">
                <a16:creationId xmlns:a16="http://schemas.microsoft.com/office/drawing/2014/main" id="{F2CAE480-9663-45B0-BD7C-03BA35D5FD6E}"/>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5D26365-991F-42A5-B8B3-041B51AC48A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CD095B44-27D0-4329-A54D-D526E94DBAFC}"/>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Optimizing without a baseline</a:t>
            </a:r>
          </a:p>
        </p:txBody>
      </p:sp>
      <p:sp>
        <p:nvSpPr>
          <p:cNvPr id="14" name="">
            <a:extLst xmlns:a="http://schemas.openxmlformats.org/drawingml/2006/main">
              <a:ext uri="{FF2B5EF4-FFF2-40B4-BE49-F238E27FC236}">
                <a16:creationId xmlns:a16="http://schemas.microsoft.com/office/drawing/2014/main" id="{D302FE47-3D50-4AD9-B0AD-1752C362914F}"/>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BAA2B6A7-E8A8-4A9E-8377-7B0985AB46F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6373181-FD85-4053-A70E-5F8DF04B8BAB}"/>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Console logs ship to production</a:t>
            </a:r>
          </a:p>
        </p:txBody>
      </p:sp>
      <p:sp>
        <p:nvSpPr>
          <p:cNvPr id="17" name="">
            <a:extLst xmlns:a="http://schemas.openxmlformats.org/drawingml/2006/main">
              <a:ext uri="{FF2B5EF4-FFF2-40B4-BE49-F238E27FC236}">
                <a16:creationId xmlns:a16="http://schemas.microsoft.com/office/drawing/2014/main" id="{76DDF4EE-27C5-4136-B6F9-FD786B720CD1}"/>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90FCC3D9-810B-40B5-A9A6-8B0C7ED7285C}"/>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6F1FE780-9FB7-4771-B0DA-B17D39A1AC6D}"/>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README commands do not match package.json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4.4</a:t>
            </a:r>
          </a:p>
        </p:txBody>
      </p:sp>
    </p:spTree>
    <p:extLst>
      <p:ext uri="{BB962C8B-B14F-4D97-AF65-F5344CB8AC3E}">
        <p14:creationId xmlns:p14="http://schemas.microsoft.com/office/powerpoint/2010/main" val="1636432786"/>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F44A46C7-CEF0-4273-9656-4C9E79BD4E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7DE9F9-2F2D-4EF0-8267-6770E34333E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6413891-2F20-4859-A735-0368640EDF4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050BC59A-461D-4CDC-8689-A937CAEA397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41827126-42FC-4796-A360-7B5AC520A04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133</a:t>
            </a:r>
          </a:p>
        </p:txBody>
      </p:sp>
      <p:sp>
        <p:nvSpPr>
          <p:cNvPr id="6" name="">
            <a:extLst xmlns:a="http://schemas.openxmlformats.org/drawingml/2006/main">
              <a:ext uri="{FF2B5EF4-FFF2-40B4-BE49-F238E27FC236}">
                <a16:creationId xmlns:a16="http://schemas.microsoft.com/office/drawing/2014/main" id="{C94AD8B9-7CBC-4D5C-9464-F8FBF8B574D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ACA71C9D-E60E-42E0-9819-B02DCE71A356}"/>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56258CE5-0AE5-4DB0-B723-FBEDA4E6F3A4}"/>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A69A2A8D-FE2C-4011-A65E-A3E56D74A005}"/>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5F805AA0-4487-40B7-84E7-089E976C7021}"/>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85A89BBE-8E6A-45F8-95FF-2F96F9553E4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Change has measured benefit or is reverted</a:t>
            </a:r>
          </a:p>
        </p:txBody>
      </p:sp>
      <p:sp>
        <p:nvSpPr>
          <p:cNvPr id="12" name="">
            <a:extLst xmlns:a="http://schemas.openxmlformats.org/drawingml/2006/main">
              <a:ext uri="{FF2B5EF4-FFF2-40B4-BE49-F238E27FC236}">
                <a16:creationId xmlns:a16="http://schemas.microsoft.com/office/drawing/2014/main" id="{CD1035C0-B133-4291-AFBD-7169E9D7841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Build has no unexplained warning</a:t>
            </a:r>
          </a:p>
        </p:txBody>
      </p:sp>
      <p:sp>
        <p:nvSpPr>
          <p:cNvPr id="13" name="">
            <a:extLst xmlns:a="http://schemas.openxmlformats.org/drawingml/2006/main">
              <a:ext uri="{FF2B5EF4-FFF2-40B4-BE49-F238E27FC236}">
                <a16:creationId xmlns:a16="http://schemas.microsoft.com/office/drawing/2014/main" id="{95A65A11-DAA1-4A75-9253-1F8D7B368139}"/>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README is reproducible</a:t>
            </a:r>
          </a:p>
        </p:txBody>
      </p:sp>
      <p:sp>
        <p:nvSpPr>
          <p:cNvPr id="14" name="">
            <a:extLst xmlns:a="http://schemas.openxmlformats.org/drawingml/2006/main">
              <a:ext uri="{FF2B5EF4-FFF2-40B4-BE49-F238E27FC236}">
                <a16:creationId xmlns:a16="http://schemas.microsoft.com/office/drawing/2014/main" id="{F0C29918-24E9-4852-A9C9-3D6AAA5DD48C}"/>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debug output remains</a:t>
            </a:r>
          </a:p>
        </p:txBody>
      </p:sp>
      <p:sp>
        <p:nvSpPr>
          <p:cNvPr id="15" name="">
            <a:extLst xmlns:a="http://schemas.openxmlformats.org/drawingml/2006/main">
              <a:ext uri="{FF2B5EF4-FFF2-40B4-BE49-F238E27FC236}">
                <a16:creationId xmlns:a16="http://schemas.microsoft.com/office/drawing/2014/main" id="{81DEB5C5-125A-438F-96F4-E48B96D40CE8}"/>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28345B9A-F488-4BD1-9AD5-989419A22461}"/>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CBA4EF2D-D337-4601-B40D-B8B28540957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C7AE080B-9B5B-4A8C-8384-2474480A085E}"/>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14215DFE-8672-4A05-8B03-A85D29F33DE4}"/>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4.4</a:t>
            </a:r>
          </a:p>
        </p:txBody>
      </p:sp>
    </p:spTree>
    <p:extLst>
      <p:ext uri="{BB962C8B-B14F-4D97-AF65-F5344CB8AC3E}">
        <p14:creationId xmlns:p14="http://schemas.microsoft.com/office/powerpoint/2010/main" val="337532016"/>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1" name="Rounded Rectangle 40"/>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ounded Rectangle 36"/>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156448"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B3AE4BEE-408B-40EE-8DA6-0770502584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ECF6DBC-B1AA-4887-93EE-9B81CC55B09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9B39DC7-6C07-404C-AC4F-44162D23E3C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43FA1200-EFC8-4218-A186-05BB42E183B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EA38F81-F19B-4194-9044-CA9981A70BE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134</a:t>
            </a:r>
          </a:p>
        </p:txBody>
      </p:sp>
      <p:sp>
        <p:nvSpPr>
          <p:cNvPr id="6" name="">
            <a:extLst xmlns:a="http://schemas.openxmlformats.org/drawingml/2006/main">
              <a:ext uri="{FF2B5EF4-FFF2-40B4-BE49-F238E27FC236}">
                <a16:creationId xmlns:a16="http://schemas.microsoft.com/office/drawing/2014/main" id="{EE9C6F62-B508-4BFB-A13B-BF6A82692DE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Build, Deploy and Demonstrate the Capstone</a:t>
            </a:r>
          </a:p>
        </p:txBody>
      </p:sp>
      <p:sp>
        <p:nvSpPr>
          <p:cNvPr id="7" name="">
            <a:extLst xmlns:a="http://schemas.openxmlformats.org/drawingml/2006/main">
              <a:ext uri="{FF2B5EF4-FFF2-40B4-BE49-F238E27FC236}">
                <a16:creationId xmlns:a16="http://schemas.microsoft.com/office/drawing/2014/main" id="{6DF3F859-25FC-4740-AA63-CA7702ADB84B}"/>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DB8038AF-545A-4DFC-80AB-EA743E5CA70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40F41F91-136C-45E1-B1EA-1CBF878877E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C0567600-3250-42E0-8248-DEDFF2216901}"/>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Produce and deploy a verified SprintBoard release with SPA routing, rollback instructions and an evidence-backed demonstration.</a:t>
            </a:r>
          </a:p>
        </p:txBody>
      </p:sp>
      <p:sp>
        <p:nvSpPr>
          <p:cNvPr id="11" name="">
            <a:extLst xmlns:a="http://schemas.openxmlformats.org/drawingml/2006/main">
              <a:ext uri="{FF2B5EF4-FFF2-40B4-BE49-F238E27FC236}">
                <a16:creationId xmlns:a16="http://schemas.microsoft.com/office/drawing/2014/main" id="{AF3D80CC-ED1B-4A40-84BD-B0AA19A2D67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6A03226C-EE72-449B-8D19-75D9CCCA983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D5400582-3043-415D-8677-BBDEFFF8481F}"/>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dist/, docs/release-checklist.md, docs/release-notes.md</a:t>
            </a:r>
          </a:p>
        </p:txBody>
      </p:sp>
      <p:sp>
        <p:nvSpPr>
          <p:cNvPr id="14" name="">
            <a:extLst xmlns:a="http://schemas.openxmlformats.org/drawingml/2006/main">
              <a:ext uri="{FF2B5EF4-FFF2-40B4-BE49-F238E27FC236}">
                <a16:creationId xmlns:a16="http://schemas.microsoft.com/office/drawing/2014/main" id="{59898276-7CFD-4C59-AE4A-9A64F01B659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590247CA-188A-4CDC-B988-631999633B1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15FEEC8B-0D3B-4055-ABD7-1EC51B41E44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 xmlns:a="http://schemas.openxmlformats.org/drawingml/2006/main">
        <p:nvSpPr>
          <p:cNvPr id="42" name="TextBox 41"/>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PREPARE</a:t>
            </a:r>
          </a:p>
        </p:txBody>
      </p:sp>
      <p:sp xmlns:a="http://schemas.openxmlformats.org/drawingml/2006/main">
        <p:nvSpPr>
          <p:cNvPr id="43" name="TextBox 42"/>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4.5</a:t>
            </a:r>
          </a:p>
        </p:txBody>
      </p:sp>
    </p:spTree>
    <p:extLst>
      <p:ext uri="{BB962C8B-B14F-4D97-AF65-F5344CB8AC3E}">
        <p14:creationId xmlns:p14="http://schemas.microsoft.com/office/powerpoint/2010/main" val="669583524"/>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Rounded Rectangle 42"/>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778240"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3718E9FD-6D61-4CCA-8B98-124B7776A6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7763802-B274-4032-ABD4-BD46929A34D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F8204886-08C1-44D3-B09C-BD911A49FEE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28CF3069-4994-41D9-9642-1142F1A07BF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53BA5AE2-DDE9-43A6-B059-680F5415193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135</a:t>
            </a:r>
          </a:p>
        </p:txBody>
      </p:sp>
      <p:sp>
        <p:nvSpPr>
          <p:cNvPr id="6" name="">
            <a:extLst xmlns:a="http://schemas.openxmlformats.org/drawingml/2006/main">
              <a:ext uri="{FF2B5EF4-FFF2-40B4-BE49-F238E27FC236}">
                <a16:creationId xmlns:a16="http://schemas.microsoft.com/office/drawing/2014/main" id="{9DCEDE39-04E6-4BA4-B8B0-B38075B959B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FC9C0437-8B39-4E9C-9291-C59D402564FB}"/>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1AC21FA-099F-45CB-8296-57E242728672}"/>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624991C4-874C-4758-9BBE-F9390AA872C0}"/>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6BFC366B-28C2-4276-A1A6-A1982DF492E6}"/>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97F40B53-8A01-43FF-ADF9-C34B191D9F18}"/>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production build</a:t>
            </a:r>
          </a:p>
        </p:txBody>
      </p:sp>
      <p:sp>
        <p:nvSpPr>
          <p:cNvPr id="12" name="">
            <a:extLst xmlns:a="http://schemas.openxmlformats.org/drawingml/2006/main">
              <a:ext uri="{FF2B5EF4-FFF2-40B4-BE49-F238E27FC236}">
                <a16:creationId xmlns:a16="http://schemas.microsoft.com/office/drawing/2014/main" id="{41F106EE-7520-4B70-BEB1-41B64C8D556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SPA fallback</a:t>
            </a:r>
          </a:p>
        </p:txBody>
      </p:sp>
      <p:sp>
        <p:nvSpPr>
          <p:cNvPr id="13" name="">
            <a:extLst xmlns:a="http://schemas.openxmlformats.org/drawingml/2006/main">
              <a:ext uri="{FF2B5EF4-FFF2-40B4-BE49-F238E27FC236}">
                <a16:creationId xmlns:a16="http://schemas.microsoft.com/office/drawing/2014/main" id="{9015DF60-3177-4569-A5C5-40A7193FD1A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release gate</a:t>
            </a:r>
          </a:p>
        </p:txBody>
      </p:sp>
      <p:sp>
        <p:nvSpPr>
          <p:cNvPr id="14" name="">
            <a:extLst xmlns:a="http://schemas.openxmlformats.org/drawingml/2006/main">
              <a:ext uri="{FF2B5EF4-FFF2-40B4-BE49-F238E27FC236}">
                <a16:creationId xmlns:a16="http://schemas.microsoft.com/office/drawing/2014/main" id="{61DE6A17-C1F3-49AD-BD98-B093F7EAF69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rollback</a:t>
            </a:r>
          </a:p>
        </p:txBody>
      </p:sp>
      <p:sp>
        <p:nvSpPr>
          <p:cNvPr id="15" name="">
            <a:extLst xmlns:a="http://schemas.openxmlformats.org/drawingml/2006/main">
              <a:ext uri="{FF2B5EF4-FFF2-40B4-BE49-F238E27FC236}">
                <a16:creationId xmlns:a16="http://schemas.microsoft.com/office/drawing/2014/main" id="{5F5D65F7-7A29-4616-A9E9-AC3E43F9A00A}"/>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release gates pass</a:t>
            </a:r>
          </a:p>
        </p:txBody>
      </p:sp>
      <p:sp>
        <p:nvSpPr>
          <p:cNvPr id="16" name="">
            <a:extLst xmlns:a="http://schemas.openxmlformats.org/drawingml/2006/main">
              <a:ext uri="{FF2B5EF4-FFF2-40B4-BE49-F238E27FC236}">
                <a16:creationId xmlns:a16="http://schemas.microsoft.com/office/drawing/2014/main" id="{3F6318BA-0D27-4AE2-9B71-AA4453C8F384}"/>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Public routes survive refresh</a:t>
            </a:r>
          </a:p>
        </p:txBody>
      </p:sp>
      <p:sp>
        <p:nvSpPr>
          <p:cNvPr id="17" name="">
            <a:extLst xmlns:a="http://schemas.openxmlformats.org/drawingml/2006/main">
              <a:ext uri="{FF2B5EF4-FFF2-40B4-BE49-F238E27FC236}">
                <a16:creationId xmlns:a16="http://schemas.microsoft.com/office/drawing/2014/main" id="{EC4CE11C-55D3-4361-9D8A-48750E8D6196}"/>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secret appears in bundle or repo</a:t>
            </a:r>
          </a:p>
        </p:txBody>
      </p:sp>
      <p:sp>
        <p:nvSpPr>
          <p:cNvPr id="18" name="">
            <a:extLst xmlns:a="http://schemas.openxmlformats.org/drawingml/2006/main">
              <a:ext uri="{FF2B5EF4-FFF2-40B4-BE49-F238E27FC236}">
                <a16:creationId xmlns:a16="http://schemas.microsoft.com/office/drawing/2014/main" id="{85A2D4A7-BD3B-4FC1-A66C-41DEFA1893A3}"/>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Rollback is documented and feasible</a:t>
            </a:r>
          </a:p>
        </p:txBody>
      </p:sp>
      <p:sp xmlns:a="http://schemas.openxmlformats.org/drawingml/2006/main">
        <p:nvSpPr>
          <p:cNvPr id="44" name="TextBox 43"/>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CONCEPTS</a:t>
            </a:r>
          </a:p>
        </p:txBody>
      </p:sp>
      <p:sp xmlns:a="http://schemas.openxmlformats.org/drawingml/2006/main">
        <p:nvSpPr>
          <p:cNvPr id="45" name="TextBox 44"/>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4.5</a:t>
            </a:r>
          </a:p>
        </p:txBody>
      </p:sp>
    </p:spTree>
    <p:extLst>
      <p:ext uri="{BB962C8B-B14F-4D97-AF65-F5344CB8AC3E}">
        <p14:creationId xmlns:p14="http://schemas.microsoft.com/office/powerpoint/2010/main" val="883342606"/>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Rounded Rectangle 48"/>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ounded Rectangle 47"/>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ounded Rectangle 46"/>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ounded Rectangle 45"/>
          <p:cNvSpPr/>
          <p:nvPr/>
        </p:nvSpPr>
        <p:spPr>
          <a:xfrm>
            <a:off x="9400032"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ounded Rectangle 43"/>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E17DC9EC-9ED6-4EFE-A8CC-4921D369C0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2417C5C-5327-45F1-AB22-CC56685291B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AA0F4122-6556-415F-BA44-04830725E7F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704DD5D3-7445-421B-8E90-98DB686B413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D54A3E79-BAED-478E-A275-280A938B763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136</a:t>
            </a:r>
          </a:p>
        </p:txBody>
      </p:sp>
      <p:sp>
        <p:nvSpPr>
          <p:cNvPr id="6" name="">
            <a:extLst xmlns:a="http://schemas.openxmlformats.org/drawingml/2006/main">
              <a:ext uri="{FF2B5EF4-FFF2-40B4-BE49-F238E27FC236}">
                <a16:creationId xmlns:a16="http://schemas.microsoft.com/office/drawing/2014/main" id="{A2E99AE5-79FC-4982-915E-47B386DE5F5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F7C8A573-61BF-4318-BBA5-B492F7FCC3F0}"/>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D4E9D3B-8971-4BA1-B986-89E85B77A667}"/>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F87685B7-6E12-46EC-BDE2-8816410F74DB}"/>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clean install, test, lint, type-check and build from the documented commands</a:t>
            </a:r>
          </a:p>
        </p:txBody>
      </p:sp>
      <p:sp>
        <p:nvSpPr>
          <p:cNvPr id="10" name="">
            <a:extLst xmlns:a="http://schemas.openxmlformats.org/drawingml/2006/main">
              <a:ext uri="{FF2B5EF4-FFF2-40B4-BE49-F238E27FC236}">
                <a16:creationId xmlns:a16="http://schemas.microsoft.com/office/drawing/2014/main" id="{39C35701-7DCE-4772-B31F-A4C81CFF2BD1}"/>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DD5E814-BC55-45C0-A288-A58ED50F002E}"/>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93734964-6D9A-4204-8BD5-9804F04C8278}"/>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Choose an approved static host and configure the correct Vite base path and SPA fallback …</a:t>
            </a:r>
          </a:p>
        </p:txBody>
      </p:sp>
      <p:sp>
        <p:nvSpPr>
          <p:cNvPr id="13" name="">
            <a:extLst xmlns:a="http://schemas.openxmlformats.org/drawingml/2006/main">
              <a:ext uri="{FF2B5EF4-FFF2-40B4-BE49-F238E27FC236}">
                <a16:creationId xmlns:a16="http://schemas.microsoft.com/office/drawing/2014/main" id="{ADBAD311-FD3C-4255-8D6B-AE8CD59F20F1}"/>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DF6E8E12-0E43-4190-A587-AABB92B93742}"/>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D1229B08-6968-468E-AED4-2683E28BDB41}"/>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Deploy dist through Git integration or the host workflow without exposing credentials</a:t>
            </a:r>
          </a:p>
        </p:txBody>
      </p:sp>
      <p:sp>
        <p:nvSpPr>
          <p:cNvPr id="16" name="">
            <a:extLst xmlns:a="http://schemas.openxmlformats.org/drawingml/2006/main">
              <a:ext uri="{FF2B5EF4-FFF2-40B4-BE49-F238E27FC236}">
                <a16:creationId xmlns:a16="http://schemas.microsoft.com/office/drawing/2014/main" id="{032AC7B3-69B7-4402-BFAF-98CB6AD2F70B}"/>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016829AB-0368-491E-BF05-4FFE82DC4308}"/>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93FAF6EA-3345-42A7-A1E8-E81B4B2FCA54}"/>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Open the public URL and verify board, form, filters, dynamic route, refresh, 404 and retry …</a:t>
            </a:r>
          </a:p>
        </p:txBody>
      </p:sp>
      <p:sp>
        <p:nvSpPr>
          <p:cNvPr id="19" name="">
            <a:extLst xmlns:a="http://schemas.openxmlformats.org/drawingml/2006/main">
              <a:ext uri="{FF2B5EF4-FFF2-40B4-BE49-F238E27FC236}">
                <a16:creationId xmlns:a16="http://schemas.microsoft.com/office/drawing/2014/main" id="{C744AA9B-FAE5-4B89-A43E-CA63B7CD7E25}"/>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CEFE7"/>
          </a:solidFill>
          <a:ln xmlns:a="http://schemas.openxmlformats.org/drawingml/2006/main" w="14604">
            <a:solidFill>
              <a:srgbClr val="C65D21"/>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4AB8BC5E-0A6A-4343-B886-14CB72FEF7EA}"/>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7BD76620-C734-4EAE-8E01-E6CB1BA15209}"/>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release notes with features, evidence, limitations, known risks and exact rollback …</a:t>
            </a:r>
          </a:p>
        </p:txBody>
      </p:sp>
      <p:sp>
        <p:nvSpPr>
          <p:cNvPr id="22" name="">
            <a:extLst xmlns:a="http://schemas.openxmlformats.org/drawingml/2006/main">
              <a:ext uri="{FF2B5EF4-FFF2-40B4-BE49-F238E27FC236}">
                <a16:creationId xmlns:a16="http://schemas.microsoft.com/office/drawing/2014/main" id="{7086A199-58C9-4F2C-8BC4-D07CF5F142BC}"/>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D122E65C-D5A6-4FBC-B608-A65A7CEE7654}"/>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0F9FC1D8-DC51-43E7-A132-009A365603B2}"/>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Demonstrate the complete agentic loop using one final small improvement and show its plan …</a:t>
            </a:r>
          </a:p>
        </p:txBody>
      </p:sp>
      <p:sp xmlns:a="http://schemas.openxmlformats.org/drawingml/2006/main">
        <p:nvSpPr>
          <p:cNvPr id="50" name="TextBox 49"/>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SEQUENCE</a:t>
            </a:r>
          </a:p>
        </p:txBody>
      </p:sp>
      <p:sp xmlns:a="http://schemas.openxmlformats.org/drawingml/2006/main">
        <p:nvSpPr>
          <p:cNvPr id="51" name="TextBox 50"/>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4.5</a:t>
            </a:r>
          </a:p>
        </p:txBody>
      </p:sp>
    </p:spTree>
    <p:extLst>
      <p:ext uri="{BB962C8B-B14F-4D97-AF65-F5344CB8AC3E}">
        <p14:creationId xmlns:p14="http://schemas.microsoft.com/office/powerpoint/2010/main" val="106974762"/>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4" name="Rounded Rectangle 3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ounded Rectangle 3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10021824"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ounded Rectangle 3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ounded Rectangle 2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ounded Rectangle 2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Oval 1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Oval 1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Oval 1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Oval 1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53523FA3-2E88-4979-BAB8-D0724E4580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0E469DF-31E8-4851-8739-02D69393657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0E6A44C-4108-430B-B700-9A7653750EC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E8C5B5C0-8A24-49CE-9388-CD8F93D02CDC}"/>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8E13E94A-98FF-4F59-B376-31FB03BAA70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137</a:t>
            </a:r>
          </a:p>
        </p:txBody>
      </p:sp>
      <p:sp>
        <p:nvSpPr>
          <p:cNvPr id="6" name="">
            <a:extLst xmlns:a="http://schemas.openxmlformats.org/drawingml/2006/main">
              <a:ext uri="{FF2B5EF4-FFF2-40B4-BE49-F238E27FC236}">
                <a16:creationId xmlns:a16="http://schemas.microsoft.com/office/drawing/2014/main" id="{CA24D99F-129B-4D9D-90D2-641181C8B10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41D48997-64BD-46B8-93A5-5A45AB00A06C}"/>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3FBE816B-3A9A-418F-B028-D190B3A7ECE6}"/>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E7CE3723-CDFF-4493-93BF-65B65989308A}"/>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Prepare a release plan only. Read package scripts and hosting target. List preflight commands, Vite base/SPA rewrite requirements, environment-variable handling, smoke tests, rollback method and stop conditions. Do not deploy or change external state until I approve.</a:t>
            </a:r>
          </a:p>
        </p:txBody>
      </p:sp>
      <p:sp xmlns:a="http://schemas.openxmlformats.org/drawingml/2006/main">
        <p:nvSpPr>
          <p:cNvPr id="35" name="TextBox 3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PROMPT</a:t>
            </a:r>
          </a:p>
        </p:txBody>
      </p:sp>
      <p:sp xmlns:a="http://schemas.openxmlformats.org/drawingml/2006/main">
        <p:nvSpPr>
          <p:cNvPr id="36" name="TextBox 3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4.5</a:t>
            </a:r>
          </a:p>
        </p:txBody>
      </p:sp>
    </p:spTree>
    <p:extLst>
      <p:ext uri="{BB962C8B-B14F-4D97-AF65-F5344CB8AC3E}">
        <p14:creationId xmlns:p14="http://schemas.microsoft.com/office/powerpoint/2010/main" val="807188485"/>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86B6D6F-435A-40F0-8C9E-E514FC79DA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89839A3-7786-4885-8B37-B3E4C4F114F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DF939EA5-D78B-4897-802A-A9A93A68ADD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89E5C579-688D-42DA-BDA6-F897156E997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F2E2C800-1D0F-42B6-8340-14FDFB87351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138</a:t>
            </a:r>
          </a:p>
        </p:txBody>
      </p:sp>
      <p:sp>
        <p:nvSpPr>
          <p:cNvPr id="6" name="">
            <a:extLst xmlns:a="http://schemas.openxmlformats.org/drawingml/2006/main">
              <a:ext uri="{FF2B5EF4-FFF2-40B4-BE49-F238E27FC236}">
                <a16:creationId xmlns:a16="http://schemas.microsoft.com/office/drawing/2014/main" id="{1EE5E419-EF80-4C88-8938-B546D242ADF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B169EEF2-868C-4BAD-AE39-266ABAB9E742}"/>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374DD33A-5990-49A9-A0A5-83625FED957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060BC6C8-4874-4176-83A8-855FBF0EF53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F6DB919E-7477-4C18-841A-4960C032875B}"/>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Deploying untested dist</a:t>
            </a:r>
          </a:p>
        </p:txBody>
      </p:sp>
      <p:sp>
        <p:nvSpPr>
          <p:cNvPr id="11" name="">
            <a:extLst xmlns:a="http://schemas.openxmlformats.org/drawingml/2006/main">
              <a:ext uri="{FF2B5EF4-FFF2-40B4-BE49-F238E27FC236}">
                <a16:creationId xmlns:a16="http://schemas.microsoft.com/office/drawing/2014/main" id="{F570D171-1542-4907-A878-77111542B18D}"/>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C6992A3-B379-43D4-BE93-D51F88CF36F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B71015DB-794C-41B9-91C8-7741E6822E3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Direct route refresh returns 404</a:t>
            </a:r>
          </a:p>
        </p:txBody>
      </p:sp>
      <p:sp>
        <p:nvSpPr>
          <p:cNvPr id="14" name="">
            <a:extLst xmlns:a="http://schemas.openxmlformats.org/drawingml/2006/main">
              <a:ext uri="{FF2B5EF4-FFF2-40B4-BE49-F238E27FC236}">
                <a16:creationId xmlns:a16="http://schemas.microsoft.com/office/drawing/2014/main" id="{F7C722CD-8264-4076-AE71-D2C728CF99D6}"/>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68F82C8C-B607-4D04-888C-50414AAEC01A}"/>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B8B37576-0E2E-4F6C-8719-2DDDD466B5A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Secrets included in VITE variables</a:t>
            </a:r>
          </a:p>
        </p:txBody>
      </p:sp>
      <p:sp>
        <p:nvSpPr>
          <p:cNvPr id="17" name="">
            <a:extLst xmlns:a="http://schemas.openxmlformats.org/drawingml/2006/main">
              <a:ext uri="{FF2B5EF4-FFF2-40B4-BE49-F238E27FC236}">
                <a16:creationId xmlns:a16="http://schemas.microsoft.com/office/drawing/2014/main" id="{A94926B3-4EEF-4ABD-9E92-EF3044CACA25}"/>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1CD48E84-6AA2-477E-867F-0799D3963052}"/>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5CBAFACA-45D0-48E3-9909-7FCD95930852}"/>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rollback target</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AUDIT</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4.5</a:t>
            </a:r>
          </a:p>
        </p:txBody>
      </p:sp>
    </p:spTree>
    <p:extLst>
      <p:ext uri="{BB962C8B-B14F-4D97-AF65-F5344CB8AC3E}">
        <p14:creationId xmlns:p14="http://schemas.microsoft.com/office/powerpoint/2010/main" val="1059020050"/>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4" name="Rounded Rectangle 43"/>
          <p:cNvSpPr/>
          <p:nvPr/>
        </p:nvSpPr>
        <p:spPr>
          <a:xfrm>
            <a:off x="11265408" y="219456"/>
            <a:ext cx="548640" cy="50292"/>
          </a:xfrm>
          <a:prstGeom prst="round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10643616"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ounded Rectangle 41"/>
          <p:cNvSpPr/>
          <p:nvPr/>
        </p:nvSpPr>
        <p:spPr>
          <a:xfrm>
            <a:off x="10021824"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ounded Rectangle 40"/>
          <p:cNvSpPr/>
          <p:nvPr/>
        </p:nvSpPr>
        <p:spPr>
          <a:xfrm>
            <a:off x="9400032"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8778240"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8156448" y="219456"/>
            <a:ext cx="548640" cy="50292"/>
          </a:xfrm>
          <a:prstGeom prst="roundRect">
            <a:avLst/>
          </a:prstGeom>
          <a:solidFill>
            <a:srgbClr val="DDE5EE"/>
          </a:solidFill>
          <a:ln>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492240"/>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382512"/>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850624"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740896"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631168"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521440"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411712" y="6272784"/>
            <a:ext cx="32004" cy="32004"/>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3152" cy="6858000"/>
          </a:xfrm>
          <a:prstGeom prst="rect">
            <a:avLst/>
          </a:prstGeom>
          <a:solidFill>
            <a:srgbClr val="C65D21"/>
          </a:solidFill>
          <a:ln>
            <a:solidFill>
              <a:srgbClr val="C65D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6693408"/>
            <a:ext cx="12191695" cy="164592"/>
          </a:xfrm>
          <a:prstGeom prst="rect">
            <a:avLst/>
          </a:prstGeom>
          <a:solidFill>
            <a:srgbClr val="FCEFE7"/>
          </a:solidFill>
          <a:ln>
            <a:solidFill>
              <a:srgbClr val="FCE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Oval 20"/>
          <p:cNvSpPr/>
          <p:nvPr/>
        </p:nvSpPr>
        <p:spPr>
          <a:xfrm>
            <a:off x="11356848" y="109728"/>
            <a:ext cx="347472" cy="347472"/>
          </a:xfrm>
          <a:prstGeom prst="ellipse">
            <a:avLst/>
          </a:prstGeom>
          <a:solidFill>
            <a:srgbClr val="C65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Oval 19"/>
          <p:cNvSpPr/>
          <p:nvPr/>
        </p:nvSpPr>
        <p:spPr>
          <a:xfrm>
            <a:off x="10588752" y="-502920"/>
            <a:ext cx="1965960" cy="1965960"/>
          </a:xfrm>
          <a:prstGeom prst="ellipse">
            <a:avLst/>
          </a:prstGeom>
          <a:solidFill>
            <a:srgbClr val="FC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C1AA9D8E-2ABF-4A9C-9FF9-D7226C5B3F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C2F81A6-D697-4358-A9C7-30E85E31C7B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A23FD45-0B09-46BD-B708-F75FA455CB6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BD65A7A6-9D67-439A-90A6-24BEF4B9EC1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3A40D464-351F-4C32-8EA9-B8C6BC06F29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139</a:t>
            </a:r>
          </a:p>
        </p:txBody>
      </p:sp>
      <p:sp>
        <p:nvSpPr>
          <p:cNvPr id="6" name="">
            <a:extLst xmlns:a="http://schemas.openxmlformats.org/drawingml/2006/main">
              <a:ext uri="{FF2B5EF4-FFF2-40B4-BE49-F238E27FC236}">
                <a16:creationId xmlns:a16="http://schemas.microsoft.com/office/drawing/2014/main" id="{133C68E0-9C4E-4D67-9876-99F541FED56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1D9CDC53-42F4-4376-B8D3-5B4948C04020}"/>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F800DDE-8A9D-4D4C-9304-2E88C6D142FE}"/>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973A1F40-D642-42A1-99E4-FED136E70316}"/>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352CC9A5-7595-4D0B-9B26-3A6F9A173D5E}"/>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60E64A86-84D7-4BB9-829E-CA1228CEF95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release gates pass</a:t>
            </a:r>
          </a:p>
        </p:txBody>
      </p:sp>
      <p:sp>
        <p:nvSpPr>
          <p:cNvPr id="12" name="">
            <a:extLst xmlns:a="http://schemas.openxmlformats.org/drawingml/2006/main">
              <a:ext uri="{FF2B5EF4-FFF2-40B4-BE49-F238E27FC236}">
                <a16:creationId xmlns:a16="http://schemas.microsoft.com/office/drawing/2014/main" id="{D686BAC0-08C8-422A-A147-AF107C3613E9}"/>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Public routes survive refresh</a:t>
            </a:r>
          </a:p>
        </p:txBody>
      </p:sp>
      <p:sp>
        <p:nvSpPr>
          <p:cNvPr id="13" name="">
            <a:extLst xmlns:a="http://schemas.openxmlformats.org/drawingml/2006/main">
              <a:ext uri="{FF2B5EF4-FFF2-40B4-BE49-F238E27FC236}">
                <a16:creationId xmlns:a16="http://schemas.microsoft.com/office/drawing/2014/main" id="{64217F45-71F7-45DF-B994-B0CDB4061A9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secret appears in bundle or repo</a:t>
            </a:r>
          </a:p>
        </p:txBody>
      </p:sp>
      <p:sp>
        <p:nvSpPr>
          <p:cNvPr id="14" name="">
            <a:extLst xmlns:a="http://schemas.openxmlformats.org/drawingml/2006/main">
              <a:ext uri="{FF2B5EF4-FFF2-40B4-BE49-F238E27FC236}">
                <a16:creationId xmlns:a16="http://schemas.microsoft.com/office/drawing/2014/main" id="{A0BBFC7D-488F-44C4-BDB3-774FCB448556}"/>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Rollback is documented and feasible</a:t>
            </a:r>
          </a:p>
        </p:txBody>
      </p:sp>
      <p:sp>
        <p:nvSpPr>
          <p:cNvPr id="15" name="">
            <a:extLst xmlns:a="http://schemas.openxmlformats.org/drawingml/2006/main">
              <a:ext uri="{FF2B5EF4-FFF2-40B4-BE49-F238E27FC236}">
                <a16:creationId xmlns:a16="http://schemas.microsoft.com/office/drawing/2014/main" id="{1212B159-FE74-4EBA-849F-610CA2D11F73}"/>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2C238829-AE8E-4EF1-8121-15E3E86E248C}"/>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9C7CCBFC-9A59-4432-BE5F-C722782FBFBA}"/>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solidFill xmlns:a="http://schemas.openxmlformats.org/drawingml/2006/main">
            <a:srgbClr val="FCEFE7"/>
          </a:solidFill>
          <a:ln xmlns:a="http://schemas.openxmlformats.org/drawingml/2006/main" w="14604">
            <a:solidFill>
              <a:srgbClr val="C65D21"/>
            </a:solid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A3D9F885-4EF3-48FE-BCFC-54BFCB4774D3}"/>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742896F9-F0B8-4B3D-BFCF-E131DED56F64}"/>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 xmlns:a="http://schemas.openxmlformats.org/drawingml/2006/main">
        <p:nvSpPr>
          <p:cNvPr id="45" name="TextBox 44"/>
          <p:cNvSpPr txBox="1"/>
          <p:nvPr/>
        </p:nvSpPr>
        <p:spPr>
          <a:xfrm>
            <a:off x="10835640" y="301752"/>
            <a:ext cx="914400" cy="201168"/>
          </a:xfrm>
          <a:prstGeom prst="rect">
            <a:avLst/>
          </a:prstGeom>
          <a:noFill/>
        </p:spPr>
        <p:txBody>
          <a:bodyPr wrap="none" lIns="0" rIns="0" tIns="0" bIns="0" anchor="ctr">
            <a:spAutoFit/>
          </a:bodyPr>
          <a:lstStyle/>
          <a:p>
            <a:pPr algn="r"/>
            <a:r>
              <a:rPr sz="750" b="1">
                <a:solidFill>
                  <a:srgbClr val="C65D21"/>
                </a:solidFill>
                <a:latin typeface="Arial"/>
              </a:rPr>
              <a:t>VERIFY</a:t>
            </a:r>
          </a:p>
        </p:txBody>
      </p:sp>
      <p:sp xmlns:a="http://schemas.openxmlformats.org/drawingml/2006/main">
        <p:nvSpPr>
          <p:cNvPr id="46" name="TextBox 45"/>
          <p:cNvSpPr txBox="1"/>
          <p:nvPr/>
        </p:nvSpPr>
        <p:spPr>
          <a:xfrm>
            <a:off x="10652760" y="5257800"/>
            <a:ext cx="1143000" cy="658368"/>
          </a:xfrm>
          <a:prstGeom prst="rect">
            <a:avLst/>
          </a:prstGeom>
          <a:noFill/>
        </p:spPr>
        <p:txBody>
          <a:bodyPr wrap="none" lIns="0" rIns="0" tIns="0" bIns="0" anchor="ctr">
            <a:spAutoFit/>
          </a:bodyPr>
          <a:lstStyle/>
          <a:p>
            <a:pPr algn="r"/>
            <a:r>
              <a:rPr sz="3500" b="1">
                <a:solidFill>
                  <a:srgbClr val="FCEFE7"/>
                </a:solidFill>
                <a:latin typeface="Arial"/>
              </a:rPr>
              <a:t>4.5</a:t>
            </a:r>
          </a:p>
        </p:txBody>
      </p:sp>
    </p:spTree>
    <p:extLst>
      <p:ext uri="{BB962C8B-B14F-4D97-AF65-F5344CB8AC3E}">
        <p14:creationId xmlns:p14="http://schemas.microsoft.com/office/powerpoint/2010/main" val="475712806"/>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3" name="Oval 42"/>
          <p:cNvSpPr/>
          <p:nvPr/>
        </p:nvSpPr>
        <p:spPr>
          <a:xfrm>
            <a:off x="11850624"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740896"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631168"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521440"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411712"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850624"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740896"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631168"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521440"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411712"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850624"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740896"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631168"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521440"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411712"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3152" cy="6858000"/>
          </a:xfrm>
          <a:prstGeom prst="rect">
            <a:avLst/>
          </a:prstGeom>
          <a:solidFill>
            <a:srgbClr val="0B6E99"/>
          </a:solidFill>
          <a:ln>
            <a:solidFill>
              <a:srgbClr val="0B6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6693408"/>
            <a:ext cx="12191695" cy="164592"/>
          </a:xfrm>
          <a:prstGeom prst="rect">
            <a:avLst/>
          </a:prstGeom>
          <a:solidFill>
            <a:srgbClr val="EAF4F8"/>
          </a:solidFill>
          <a:ln>
            <a:solidFill>
              <a:srgbClr val="EA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356848" y="109728"/>
            <a:ext cx="347472" cy="347472"/>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0588752" y="-502920"/>
            <a:ext cx="1965960" cy="1965960"/>
          </a:xfrm>
          <a:prstGeom prst="ellipse">
            <a:avLst/>
          </a:prstGeom>
          <a:solidFill>
            <a:srgbClr val="EA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78D8DDCF-0324-4090-9AEC-1C479C6269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1719158-F5C8-42AA-B1D2-849B8E6B17C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4AEDF29F-4584-4072-BCB3-29C8C51AA25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CLOSE</a:t>
            </a:r>
          </a:p>
        </p:txBody>
      </p:sp>
      <p:sp>
        <p:nvSpPr>
          <p:cNvPr id="4" name="">
            <a:extLst xmlns:a="http://schemas.openxmlformats.org/drawingml/2006/main">
              <a:ext uri="{FF2B5EF4-FFF2-40B4-BE49-F238E27FC236}">
                <a16:creationId xmlns:a16="http://schemas.microsoft.com/office/drawing/2014/main" id="{A8ABEE60-D092-44AF-8D70-E640A0EB7EC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CE5A9107-EBF1-4E39-B049-8E5F675FDCD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140</a:t>
            </a:r>
          </a:p>
        </p:txBody>
      </p:sp>
      <p:sp>
        <p:nvSpPr>
          <p:cNvPr id="6" name="">
            <a:extLst xmlns:a="http://schemas.openxmlformats.org/drawingml/2006/main">
              <a:ext uri="{FF2B5EF4-FFF2-40B4-BE49-F238E27FC236}">
                <a16:creationId xmlns:a16="http://schemas.microsoft.com/office/drawing/2014/main" id="{A4215C47-1734-4C16-84A7-E1A07BFA595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The professional habit</a:t>
            </a:r>
          </a:p>
        </p:txBody>
      </p:sp>
      <p:sp>
        <p:nvSpPr>
          <p:cNvPr id="7" name="">
            <a:extLst xmlns:a="http://schemas.openxmlformats.org/drawingml/2006/main">
              <a:ext uri="{FF2B5EF4-FFF2-40B4-BE49-F238E27FC236}">
                <a16:creationId xmlns:a16="http://schemas.microsoft.com/office/drawing/2014/main" id="{52491A0E-7F6A-4E3A-AF3F-914C4BCE6840}"/>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C568D523-1DF1-4969-B12C-4C7D76543043}"/>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9" name="">
            <a:extLst xmlns:a="http://schemas.openxmlformats.org/drawingml/2006/main">
              <a:ext uri="{FF2B5EF4-FFF2-40B4-BE49-F238E27FC236}">
                <a16:creationId xmlns:a16="http://schemas.microsoft.com/office/drawing/2014/main" id="{F3420426-18DA-44AE-ABA1-1B85CC3060CB}"/>
              </a:ext>
            </a:extLst>
          </p:cNvPr>
          <p:cNvSpPr>
            <a:spLocks xmlns:a="http://schemas.openxmlformats.org/drawingml/2006/main" noGrp="1"/>
          </p:cNvSpPr>
          <p:nvPr/>
        </p:nvSpPr>
        <p:spPr>
          <a:xfrm xmlns:a="http://schemas.openxmlformats.org/drawingml/2006/main">
            <a:off x="1352550" y="1581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Make intent observable</a:t>
            </a:r>
          </a:p>
        </p:txBody>
      </p:sp>
      <p:sp>
        <p:nvSpPr>
          <p:cNvPr id="10" name="">
            <a:extLst xmlns:a="http://schemas.openxmlformats.org/drawingml/2006/main">
              <a:ext uri="{FF2B5EF4-FFF2-40B4-BE49-F238E27FC236}">
                <a16:creationId xmlns:a16="http://schemas.microsoft.com/office/drawing/2014/main" id="{8C8642FD-D38D-4B16-8445-47E996E5EE65}"/>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DD500EAE-F64E-4C28-B7A0-E104468B0E91}"/>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2" name="">
            <a:extLst xmlns:a="http://schemas.openxmlformats.org/drawingml/2006/main">
              <a:ext uri="{FF2B5EF4-FFF2-40B4-BE49-F238E27FC236}">
                <a16:creationId xmlns:a16="http://schemas.microsoft.com/office/drawing/2014/main" id="{D02D0414-7647-4F7C-82DD-FF163D7ACC46}"/>
              </a:ext>
            </a:extLst>
          </p:cNvPr>
          <p:cNvSpPr>
            <a:spLocks xmlns:a="http://schemas.openxmlformats.org/drawingml/2006/main" noGrp="1"/>
          </p:cNvSpPr>
          <p:nvPr/>
        </p:nvSpPr>
        <p:spPr>
          <a:xfrm xmlns:a="http://schemas.openxmlformats.org/drawingml/2006/main">
            <a:off x="1352550" y="2279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Constrain the plan</a:t>
            </a:r>
          </a:p>
        </p:txBody>
      </p:sp>
      <p:sp>
        <p:nvSpPr>
          <p:cNvPr id="13" name="">
            <a:extLst xmlns:a="http://schemas.openxmlformats.org/drawingml/2006/main">
              <a:ext uri="{FF2B5EF4-FFF2-40B4-BE49-F238E27FC236}">
                <a16:creationId xmlns:a16="http://schemas.microsoft.com/office/drawing/2014/main" id="{74828DDB-E095-4620-808D-FED5F2B2BB90}"/>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BE095128-8DDC-4756-805A-95A7D2A06534}"/>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5" name="">
            <a:extLst xmlns:a="http://schemas.openxmlformats.org/drawingml/2006/main">
              <a:ext uri="{FF2B5EF4-FFF2-40B4-BE49-F238E27FC236}">
                <a16:creationId xmlns:a16="http://schemas.microsoft.com/office/drawing/2014/main" id="{F6B6DCC7-6177-4208-A5F9-D41DD5B20E94}"/>
              </a:ext>
            </a:extLst>
          </p:cNvPr>
          <p:cNvSpPr>
            <a:spLocks xmlns:a="http://schemas.openxmlformats.org/drawingml/2006/main" noGrp="1"/>
          </p:cNvSpPr>
          <p:nvPr/>
        </p:nvSpPr>
        <p:spPr>
          <a:xfrm xmlns:a="http://schemas.openxmlformats.org/drawingml/2006/main">
            <a:off x="1352550" y="2978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Approve one increment</a:t>
            </a:r>
          </a:p>
        </p:txBody>
      </p:sp>
      <p:sp>
        <p:nvSpPr>
          <p:cNvPr id="16" name="">
            <a:extLst xmlns:a="http://schemas.openxmlformats.org/drawingml/2006/main">
              <a:ext uri="{FF2B5EF4-FFF2-40B4-BE49-F238E27FC236}">
                <a16:creationId xmlns:a16="http://schemas.microsoft.com/office/drawing/2014/main" id="{F02171ED-F528-479A-85E6-52D1487FD09C}"/>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95D78BFA-8A72-4A98-9963-8026DA0F472C}"/>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8" name="">
            <a:extLst xmlns:a="http://schemas.openxmlformats.org/drawingml/2006/main">
              <a:ext uri="{FF2B5EF4-FFF2-40B4-BE49-F238E27FC236}">
                <a16:creationId xmlns:a16="http://schemas.microsoft.com/office/drawing/2014/main" id="{B59F7FFB-625B-4340-855D-C546C2DE2DDA}"/>
              </a:ext>
            </a:extLst>
          </p:cNvPr>
          <p:cNvSpPr>
            <a:spLocks xmlns:a="http://schemas.openxmlformats.org/drawingml/2006/main" noGrp="1"/>
          </p:cNvSpPr>
          <p:nvPr/>
        </p:nvSpPr>
        <p:spPr>
          <a:xfrm xmlns:a="http://schemas.openxmlformats.org/drawingml/2006/main">
            <a:off x="1352550" y="3676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Trust evidence over fluency</a:t>
            </a:r>
          </a:p>
        </p:txBody>
      </p:sp>
      <p:sp>
        <p:nvSpPr>
          <p:cNvPr id="19" name="">
            <a:extLst xmlns:a="http://schemas.openxmlformats.org/drawingml/2006/main">
              <a:ext uri="{FF2B5EF4-FFF2-40B4-BE49-F238E27FC236}">
                <a16:creationId xmlns:a16="http://schemas.microsoft.com/office/drawing/2014/main" id="{65A64DB1-BFA4-439F-A77D-A153F1BBBD41}"/>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F4B0AEA9-69A6-45E1-90A8-5B4948D4DA60}"/>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1" name="">
            <a:extLst xmlns:a="http://schemas.openxmlformats.org/drawingml/2006/main">
              <a:ext uri="{FF2B5EF4-FFF2-40B4-BE49-F238E27FC236}">
                <a16:creationId xmlns:a16="http://schemas.microsoft.com/office/drawing/2014/main" id="{349B18E0-99F7-47D6-8F6F-34BEC8EF1146}"/>
              </a:ext>
            </a:extLst>
          </p:cNvPr>
          <p:cNvSpPr>
            <a:spLocks xmlns:a="http://schemas.openxmlformats.org/drawingml/2006/main" noGrp="1"/>
          </p:cNvSpPr>
          <p:nvPr/>
        </p:nvSpPr>
        <p:spPr>
          <a:xfrm xmlns:a="http://schemas.openxmlformats.org/drawingml/2006/main">
            <a:off x="1352550" y="4375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Keep checkpoints cheap</a:t>
            </a:r>
          </a:p>
        </p:txBody>
      </p:sp>
      <p:sp>
        <p:nvSpPr>
          <p:cNvPr id="22" name="">
            <a:extLst xmlns:a="http://schemas.openxmlformats.org/drawingml/2006/main">
              <a:ext uri="{FF2B5EF4-FFF2-40B4-BE49-F238E27FC236}">
                <a16:creationId xmlns:a16="http://schemas.microsoft.com/office/drawing/2014/main" id="{79CBBE3B-7C81-47F5-94F4-DB03BDF9B854}"/>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3E9818D6-A2DA-4B23-9775-C8C25EB28DFF}"/>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6</a:t>
            </a:r>
          </a:p>
        </p:txBody>
      </p:sp>
      <p:sp>
        <p:nvSpPr>
          <p:cNvPr id="24" name="">
            <a:extLst xmlns:a="http://schemas.openxmlformats.org/drawingml/2006/main">
              <a:ext uri="{FF2B5EF4-FFF2-40B4-BE49-F238E27FC236}">
                <a16:creationId xmlns:a16="http://schemas.microsoft.com/office/drawing/2014/main" id="{A0F92A8F-0B4D-4FC8-9F01-29CEDEE98071}"/>
              </a:ext>
            </a:extLst>
          </p:cNvPr>
          <p:cNvSpPr>
            <a:spLocks xmlns:a="http://schemas.openxmlformats.org/drawingml/2006/main" noGrp="1"/>
          </p:cNvSpPr>
          <p:nvPr/>
        </p:nvSpPr>
        <p:spPr>
          <a:xfrm xmlns:a="http://schemas.openxmlformats.org/drawingml/2006/main">
            <a:off x="1352550" y="5073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Ship only what you can explain</a:t>
            </a:r>
          </a:p>
        </p:txBody>
      </p:sp>
      <p:sp xmlns:a="http://schemas.openxmlformats.org/drawingml/2006/main">
        <p:nvSpPr>
          <p:cNvPr id="44" name="TextBox 43"/>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0B6E99"/>
                </a:solidFill>
                <a:latin typeface="Arial"/>
              </a:rPr>
              <a:t>140</a:t>
            </a:r>
          </a:p>
        </p:txBody>
      </p:sp>
    </p:spTree>
    <p:extLst>
      <p:ext uri="{BB962C8B-B14F-4D97-AF65-F5344CB8AC3E}">
        <p14:creationId xmlns:p14="http://schemas.microsoft.com/office/powerpoint/2010/main" val="1438827500"/>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9" name="Oval 48"/>
          <p:cNvSpPr/>
          <p:nvPr/>
        </p:nvSpPr>
        <p:spPr>
          <a:xfrm>
            <a:off x="11850624"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Oval 47"/>
          <p:cNvSpPr/>
          <p:nvPr/>
        </p:nvSpPr>
        <p:spPr>
          <a:xfrm>
            <a:off x="11740896"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Oval 46"/>
          <p:cNvSpPr/>
          <p:nvPr/>
        </p:nvSpPr>
        <p:spPr>
          <a:xfrm>
            <a:off x="11631168"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Oval 45"/>
          <p:cNvSpPr/>
          <p:nvPr/>
        </p:nvSpPr>
        <p:spPr>
          <a:xfrm>
            <a:off x="11521440"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Oval 44"/>
          <p:cNvSpPr/>
          <p:nvPr/>
        </p:nvSpPr>
        <p:spPr>
          <a:xfrm>
            <a:off x="11411712" y="6492240"/>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Oval 43"/>
          <p:cNvSpPr/>
          <p:nvPr/>
        </p:nvSpPr>
        <p:spPr>
          <a:xfrm>
            <a:off x="11850624"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Oval 42"/>
          <p:cNvSpPr/>
          <p:nvPr/>
        </p:nvSpPr>
        <p:spPr>
          <a:xfrm>
            <a:off x="11740896"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Oval 41"/>
          <p:cNvSpPr/>
          <p:nvPr/>
        </p:nvSpPr>
        <p:spPr>
          <a:xfrm>
            <a:off x="11631168"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Oval 40"/>
          <p:cNvSpPr/>
          <p:nvPr/>
        </p:nvSpPr>
        <p:spPr>
          <a:xfrm>
            <a:off x="11521440"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Oval 39"/>
          <p:cNvSpPr/>
          <p:nvPr/>
        </p:nvSpPr>
        <p:spPr>
          <a:xfrm>
            <a:off x="11411712" y="6382512"/>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Oval 38"/>
          <p:cNvSpPr/>
          <p:nvPr/>
        </p:nvSpPr>
        <p:spPr>
          <a:xfrm>
            <a:off x="11850624"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Oval 37"/>
          <p:cNvSpPr/>
          <p:nvPr/>
        </p:nvSpPr>
        <p:spPr>
          <a:xfrm>
            <a:off x="11740896"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11631168"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521440"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411712" y="6272784"/>
            <a:ext cx="32004" cy="32004"/>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0" y="0"/>
            <a:ext cx="73152" cy="6858000"/>
          </a:xfrm>
          <a:prstGeom prst="rect">
            <a:avLst/>
          </a:prstGeom>
          <a:solidFill>
            <a:srgbClr val="0B6E99"/>
          </a:solidFill>
          <a:ln>
            <a:solidFill>
              <a:srgbClr val="0B6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0" y="6693408"/>
            <a:ext cx="12191695" cy="164592"/>
          </a:xfrm>
          <a:prstGeom prst="rect">
            <a:avLst/>
          </a:prstGeom>
          <a:solidFill>
            <a:srgbClr val="EAF4F8"/>
          </a:solidFill>
          <a:ln>
            <a:solidFill>
              <a:srgbClr val="EA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356848" y="109728"/>
            <a:ext cx="347472" cy="347472"/>
          </a:xfrm>
          <a:prstGeom prst="ellipse">
            <a:avLst/>
          </a:prstGeom>
          <a:solidFill>
            <a:srgbClr val="0B6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0588752" y="-502920"/>
            <a:ext cx="1965960" cy="1965960"/>
          </a:xfrm>
          <a:prstGeom prst="ellipse">
            <a:avLst/>
          </a:prstGeom>
          <a:solidFill>
            <a:srgbClr val="EA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0EA7DAF7-DA57-43DC-B514-FD18A9C541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B1D1E1C-C54D-49D2-BC91-A4036552969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81A1023-5C4D-42C9-9F60-4C9F517E2DA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CLOSE</a:t>
            </a:r>
          </a:p>
        </p:txBody>
      </p:sp>
      <p:sp>
        <p:nvSpPr>
          <p:cNvPr id="4" name="">
            <a:extLst xmlns:a="http://schemas.openxmlformats.org/drawingml/2006/main">
              <a:ext uri="{FF2B5EF4-FFF2-40B4-BE49-F238E27FC236}">
                <a16:creationId xmlns:a16="http://schemas.microsoft.com/office/drawing/2014/main" id="{3072E22D-DFC1-445E-8964-389B4F0D490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AI Vibe Coding for React Development</a:t>
            </a:r>
          </a:p>
        </p:txBody>
      </p:sp>
      <p:sp>
        <p:nvSpPr>
          <p:cNvPr id="5" name="">
            <a:extLst xmlns:a="http://schemas.openxmlformats.org/drawingml/2006/main">
              <a:ext uri="{FF2B5EF4-FFF2-40B4-BE49-F238E27FC236}">
                <a16:creationId xmlns:a16="http://schemas.microsoft.com/office/drawing/2014/main" id="{ADF60B8B-9105-427E-BCA6-1FFF0E43ED4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141</a:t>
            </a:r>
          </a:p>
        </p:txBody>
      </p:sp>
      <p:sp>
        <p:nvSpPr>
          <p:cNvPr id="6" name="">
            <a:extLst xmlns:a="http://schemas.openxmlformats.org/drawingml/2006/main">
              <a:ext uri="{FF2B5EF4-FFF2-40B4-BE49-F238E27FC236}">
                <a16:creationId xmlns:a16="http://schemas.microsoft.com/office/drawing/2014/main" id="{8676FD0E-333C-45AC-B2C4-9DA6D008318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Your next agentic build</a:t>
            </a:r>
          </a:p>
        </p:txBody>
      </p:sp>
      <p:sp>
        <p:nvSpPr>
          <p:cNvPr id="7" name="">
            <a:extLst xmlns:a="http://schemas.openxmlformats.org/drawingml/2006/main">
              <a:ext uri="{FF2B5EF4-FFF2-40B4-BE49-F238E27FC236}">
                <a16:creationId xmlns:a16="http://schemas.microsoft.com/office/drawing/2014/main" id="{AEA22BDE-8A04-4846-BF16-4CD9EFA83483}"/>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E5530FA-C49F-408A-A555-59A5FF42B4F7}"/>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384EF217-D34F-4CF2-A9A6-55A00A7C745A}"/>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Frame</a:t>
            </a:r>
          </a:p>
        </p:txBody>
      </p:sp>
      <p:sp>
        <p:nvSpPr>
          <p:cNvPr id="10" name="">
            <a:extLst xmlns:a="http://schemas.openxmlformats.org/drawingml/2006/main">
              <a:ext uri="{FF2B5EF4-FFF2-40B4-BE49-F238E27FC236}">
                <a16:creationId xmlns:a16="http://schemas.microsoft.com/office/drawing/2014/main" id="{96060630-611B-4D2D-8072-0E910F43024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14604">
            <a:solidFill>
              <a:srgbClr val="0B6E99"/>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AE33BBC-BB07-4544-9CE7-B2503996C07B}"/>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4456AA8C-FF44-465A-ACC2-3AD32D2E7DF0}"/>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Plan</a:t>
            </a:r>
          </a:p>
        </p:txBody>
      </p:sp>
      <p:sp>
        <p:nvSpPr>
          <p:cNvPr id="13" name="">
            <a:extLst xmlns:a="http://schemas.openxmlformats.org/drawingml/2006/main">
              <a:ext uri="{FF2B5EF4-FFF2-40B4-BE49-F238E27FC236}">
                <a16:creationId xmlns:a16="http://schemas.microsoft.com/office/drawing/2014/main" id="{DE39B910-8DA4-4EB8-B072-EF8667D79945}"/>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09874A3B-2E98-4B3A-829D-73DFCF616652}"/>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C619B05F-E295-42E3-BB23-E90A41AFD01B}"/>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Generate</a:t>
            </a:r>
          </a:p>
        </p:txBody>
      </p:sp>
      <p:sp>
        <p:nvSpPr>
          <p:cNvPr id="16" name="">
            <a:extLst xmlns:a="http://schemas.openxmlformats.org/drawingml/2006/main">
              <a:ext uri="{FF2B5EF4-FFF2-40B4-BE49-F238E27FC236}">
                <a16:creationId xmlns:a16="http://schemas.microsoft.com/office/drawing/2014/main" id="{250839E9-ECF5-41D3-8944-73A88381F2F3}"/>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08D61A-CEEF-4AE2-B998-3F29BD9B8985}"/>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26D3D14E-771E-48B4-8820-E0C8FFC3A468}"/>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a:t>
            </a:r>
          </a:p>
        </p:txBody>
      </p:sp>
      <p:sp>
        <p:nvSpPr>
          <p:cNvPr id="19" name="">
            <a:extLst xmlns:a="http://schemas.openxmlformats.org/drawingml/2006/main">
              <a:ext uri="{FF2B5EF4-FFF2-40B4-BE49-F238E27FC236}">
                <a16:creationId xmlns:a16="http://schemas.microsoft.com/office/drawing/2014/main" id="{D00BAAF6-A8CD-4FC3-ACE6-34A1F2D6744A}"/>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14604">
            <a:solidFill>
              <a:srgbClr val="0B6E99"/>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ACAFACB6-EF4F-41CB-8DA0-2037F297BB76}"/>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BEA8F534-2394-4D30-89F3-50340F7C9F37}"/>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Verify</a:t>
            </a:r>
          </a:p>
        </p:txBody>
      </p:sp>
      <p:sp>
        <p:nvSpPr>
          <p:cNvPr id="22" name="">
            <a:extLst xmlns:a="http://schemas.openxmlformats.org/drawingml/2006/main">
              <a:ext uri="{FF2B5EF4-FFF2-40B4-BE49-F238E27FC236}">
                <a16:creationId xmlns:a16="http://schemas.microsoft.com/office/drawing/2014/main" id="{F3A29D7C-CD9D-413A-842E-C5DEE1CABEFC}"/>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9A4B10C3-610F-49BA-A238-B89DC89F3487}"/>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8250969E-64F7-4BC6-B371-FA894390104D}"/>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solidFill xmlns:a="http://schemas.openxmlformats.org/drawingml/2006/main">
            <a:srgbClr val="EAF4F8"/>
          </a:solidFill>
          <a:ln xmlns:a="http://schemas.openxmlformats.org/drawingml/2006/main" w="14604">
            <a:solidFill>
              <a:srgbClr val="0B6E99"/>
            </a:solid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Correct</a:t>
            </a:r>
          </a:p>
        </p:txBody>
      </p:sp>
      <p:sp>
        <p:nvSpPr>
          <p:cNvPr id="25" name="">
            <a:extLst xmlns:a="http://schemas.openxmlformats.org/drawingml/2006/main">
              <a:ext uri="{FF2B5EF4-FFF2-40B4-BE49-F238E27FC236}">
                <a16:creationId xmlns:a16="http://schemas.microsoft.com/office/drawing/2014/main" id="{ED5318F2-07DE-4F6F-8A72-2F691E4D0113}"/>
              </a:ext>
            </a:extLst>
          </p:cNvPr>
          <p:cNvSpPr>
            <a:spLocks xmlns:a="http://schemas.openxmlformats.org/drawingml/2006/main" noGrp="1"/>
          </p:cNvSpPr>
          <p:nvPr/>
        </p:nvSpPr>
        <p:spPr>
          <a:xfrm xmlns:a="http://schemas.openxmlformats.org/drawingml/2006/main">
            <a:off x="60960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15BEEC56-D137-4536-8307-9D895ACB3638}"/>
              </a:ext>
            </a:extLst>
          </p:cNvPr>
          <p:cNvSpPr>
            <a:spLocks xmlns:a="http://schemas.openxmlformats.org/drawingml/2006/main" noGrp="1"/>
          </p:cNvSpPr>
          <p:nvPr/>
        </p:nvSpPr>
        <p:spPr>
          <a:xfrm xmlns:a="http://schemas.openxmlformats.org/drawingml/2006/main">
            <a:off x="62674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07</a:t>
            </a:r>
          </a:p>
        </p:txBody>
      </p:sp>
      <p:sp>
        <p:nvSpPr>
          <p:cNvPr id="27" name="">
            <a:extLst xmlns:a="http://schemas.openxmlformats.org/drawingml/2006/main">
              <a:ext uri="{FF2B5EF4-FFF2-40B4-BE49-F238E27FC236}">
                <a16:creationId xmlns:a16="http://schemas.microsoft.com/office/drawing/2014/main" id="{1CC087BE-6D41-471E-ADF2-592FB79A66FA}"/>
              </a:ext>
            </a:extLst>
          </p:cNvPr>
          <p:cNvSpPr>
            <a:spLocks xmlns:a="http://schemas.openxmlformats.org/drawingml/2006/main" noGrp="1"/>
          </p:cNvSpPr>
          <p:nvPr/>
        </p:nvSpPr>
        <p:spPr>
          <a:xfrm xmlns:a="http://schemas.openxmlformats.org/drawingml/2006/main">
            <a:off x="62674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Commit</a:t>
            </a:r>
          </a:p>
        </p:txBody>
      </p:sp>
      <p:sp>
        <p:nvSpPr>
          <p:cNvPr id="28" name="">
            <a:extLst xmlns:a="http://schemas.openxmlformats.org/drawingml/2006/main">
              <a:ext uri="{FF2B5EF4-FFF2-40B4-BE49-F238E27FC236}">
                <a16:creationId xmlns:a16="http://schemas.microsoft.com/office/drawing/2014/main" id="{88A315A6-8C7B-4420-B4BC-268D187824A2}"/>
              </a:ext>
            </a:extLst>
          </p:cNvPr>
          <p:cNvSpPr>
            <a:spLocks xmlns:a="http://schemas.openxmlformats.org/drawingml/2006/main" noGrp="1"/>
          </p:cNvSpPr>
          <p:nvPr/>
        </p:nvSpPr>
        <p:spPr>
          <a:xfrm xmlns:a="http://schemas.openxmlformats.org/drawingml/2006/main">
            <a:off x="8801100" y="33528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14604">
            <a:solidFill>
              <a:srgbClr val="0B6E99"/>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01E434BF-F835-4EAE-9838-B04217A6E752}"/>
              </a:ext>
            </a:extLst>
          </p:cNvPr>
          <p:cNvSpPr>
            <a:spLocks xmlns:a="http://schemas.openxmlformats.org/drawingml/2006/main" noGrp="1"/>
          </p:cNvSpPr>
          <p:nvPr/>
        </p:nvSpPr>
        <p:spPr>
          <a:xfrm xmlns:a="http://schemas.openxmlformats.org/drawingml/2006/main">
            <a:off x="89725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08</a:t>
            </a:r>
          </a:p>
        </p:txBody>
      </p:sp>
      <p:sp>
        <p:nvSpPr>
          <p:cNvPr id="30" name="">
            <a:extLst xmlns:a="http://schemas.openxmlformats.org/drawingml/2006/main">
              <a:ext uri="{FF2B5EF4-FFF2-40B4-BE49-F238E27FC236}">
                <a16:creationId xmlns:a16="http://schemas.microsoft.com/office/drawing/2014/main" id="{815065DF-CB80-40D1-90C1-DBEB75C2632F}"/>
              </a:ext>
            </a:extLst>
          </p:cNvPr>
          <p:cNvSpPr>
            <a:spLocks xmlns:a="http://schemas.openxmlformats.org/drawingml/2006/main" noGrp="1"/>
          </p:cNvSpPr>
          <p:nvPr/>
        </p:nvSpPr>
        <p:spPr>
          <a:xfrm xmlns:a="http://schemas.openxmlformats.org/drawingml/2006/main">
            <a:off x="89725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Reflect</a:t>
            </a:r>
          </a:p>
        </p:txBody>
      </p:sp>
      <p:sp xmlns:a="http://schemas.openxmlformats.org/drawingml/2006/main">
        <p:nvSpPr>
          <p:cNvPr id="50" name="TextBox 49"/>
          <p:cNvSpPr txBox="1"/>
          <p:nvPr/>
        </p:nvSpPr>
        <p:spPr>
          <a:xfrm>
            <a:off x="10927080" y="5815584"/>
            <a:ext cx="685800" cy="237744"/>
          </a:xfrm>
          <a:prstGeom prst="rect">
            <a:avLst/>
          </a:prstGeom>
          <a:noFill/>
        </p:spPr>
        <p:txBody>
          <a:bodyPr wrap="none" lIns="0" rIns="0" tIns="0" bIns="0" anchor="ctr">
            <a:spAutoFit/>
          </a:bodyPr>
          <a:lstStyle/>
          <a:p>
            <a:pPr algn="r"/>
            <a:r>
              <a:rPr sz="800" b="1">
                <a:solidFill>
                  <a:srgbClr val="0B6E99"/>
                </a:solidFill>
                <a:latin typeface="Arial"/>
              </a:rPr>
              <a:t>141</a:t>
            </a:r>
          </a:p>
        </p:txBody>
      </p:sp>
    </p:spTree>
    <p:extLst>
      <p:ext uri="{BB962C8B-B14F-4D97-AF65-F5344CB8AC3E}">
        <p14:creationId xmlns:p14="http://schemas.microsoft.com/office/powerpoint/2010/main" val="1151687449"/>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6" name="Oval 35"/>
          <p:cNvSpPr/>
          <p:nvPr/>
        </p:nvSpPr>
        <p:spPr>
          <a:xfrm>
            <a:off x="11850624"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11740896"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Oval 33"/>
          <p:cNvSpPr/>
          <p:nvPr/>
        </p:nvSpPr>
        <p:spPr>
          <a:xfrm>
            <a:off x="11631168"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11521440"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Oval 31"/>
          <p:cNvSpPr/>
          <p:nvPr/>
        </p:nvSpPr>
        <p:spPr>
          <a:xfrm>
            <a:off x="11411712" y="6492240"/>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Oval 30"/>
          <p:cNvSpPr/>
          <p:nvPr/>
        </p:nvSpPr>
        <p:spPr>
          <a:xfrm>
            <a:off x="11850624"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11740896"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11631168"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1521440"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1411712" y="6382512"/>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1850624"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11740896"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11631168"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11521440"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11411712" y="6272784"/>
            <a:ext cx="32004" cy="3200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8778240" y="-777240"/>
            <a:ext cx="4206240" cy="4206240"/>
          </a:xfrm>
          <a:prstGeom prst="ellipse">
            <a:avLst/>
          </a:prstGeom>
          <a:solidFill>
            <a:srgbClr val="EA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219456"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
            <a:extLst xmlns:a="http://schemas.openxmlformats.org/drawingml/2006/main">
              <a:ext uri="{FF2B5EF4-FFF2-40B4-BE49-F238E27FC236}">
                <a16:creationId xmlns:a16="http://schemas.microsoft.com/office/drawing/2014/main" id="{C5E3CE28-2864-492B-99BB-7355FEE98C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9DC260E-58EE-4D72-AC30-5A4A8B4432AB}"/>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E2D8EC9-F207-486F-B7EC-DA4035AAA842}"/>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806CC56D-1B60-4870-AFC4-573AD6DBC284}"/>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Build with speed. Review with care.</a:t>
            </a:r>
          </a:p>
        </p:txBody>
      </p:sp>
      <p:sp>
        <p:nvSpPr>
          <p:cNvPr id="5" name="">
            <a:extLst xmlns:a="http://schemas.openxmlformats.org/drawingml/2006/main">
              <a:ext uri="{FF2B5EF4-FFF2-40B4-BE49-F238E27FC236}">
                <a16:creationId xmlns:a16="http://schemas.microsoft.com/office/drawing/2014/main" id="{470FDF63-B74F-4F17-9F43-12970226932F}"/>
              </a:ext>
            </a:extLst>
          </p:cNvPr>
          <p:cNvSpPr>
            <a:spLocks xmlns:a="http://schemas.openxmlformats.org/drawingml/2006/main" noGrp="1"/>
          </p:cNvSpPr>
          <p:nvPr/>
        </p:nvSpPr>
        <p:spPr>
          <a:xfrm xmlns:a="http://schemas.openxmlformats.org/drawingml/2006/main">
            <a:off x="800100" y="3238500"/>
            <a:ext cx="717804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square"/>
          <a:lstStyle xmlns:a="http://schemas.openxmlformats.org/drawingml/2006/main"/>
          <a:p xmlns:a="http://schemas.openxmlformats.org/drawingml/2006/main">
            <a:pPr algn="l">
              <a:defRPr sz="1725" b="0">
                <a:solidFill>
                  <a:srgbClr val="5A6872"/>
                </a:solidFill>
              </a:defRPr>
            </a:pPr>
            <a:r>
              <a:rPr sz="1725" b="0">
                <a:solidFill>
                  <a:srgbClr val="5A6872"/>
                </a:solidFill>
              </a:rPr>
              <a:t>The output is a React app. The durable skill is controlled acceptance backed by evidence.</a:t>
            </a:r>
          </a:p>
        </p:txBody>
      </p:sp>
      <p:sp>
        <p:nvSpPr>
          <p:cNvPr id="6" name="">
            <a:extLst xmlns:a="http://schemas.openxmlformats.org/drawingml/2006/main">
              <a:ext uri="{FF2B5EF4-FFF2-40B4-BE49-F238E27FC236}">
                <a16:creationId xmlns:a16="http://schemas.microsoft.com/office/drawing/2014/main" id="{7A0CCC80-4B5B-4A2A-90FE-9797B5B04C6D}"/>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8C2D405-5656-4F4C-BD92-3EE1920682F7}"/>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D5177618-7682-4591-83BF-E18922EB1DEA}"/>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2.1  •  Agentic AI Loop Engineering</a:t>
            </a:r>
          </a:p>
        </p:txBody>
      </p:sp>
      <p:sp xmlns:a="http://schemas.openxmlformats.org/drawingml/2006/main">
        <p:nvSpPr>
          <p:cNvPr id="11" name="Oval 10"/>
          <p:cNvSpPr/>
          <p:nvPr/>
        </p:nvSpPr>
        <p:spPr>
          <a:xfrm>
            <a:off x="9738360" y="365760"/>
            <a:ext cx="2103120" cy="21031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Oval 11"/>
          <p:cNvSpPr/>
          <p:nvPr/>
        </p:nvSpPr>
        <p:spPr>
          <a:xfrm>
            <a:off x="10241280" y="868680"/>
            <a:ext cx="1097280" cy="109728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9939528" y="1170432"/>
            <a:ext cx="1691640" cy="658368"/>
          </a:xfrm>
          <a:prstGeom prst="rect">
            <a:avLst/>
          </a:prstGeom>
          <a:noFill/>
        </p:spPr>
        <p:txBody>
          <a:bodyPr wrap="none" lIns="0" rIns="0" tIns="0" bIns="0" anchor="ctr">
            <a:spAutoFit/>
          </a:bodyPr>
          <a:lstStyle/>
          <a:p>
            <a:pPr algn="ctr"/>
            <a:r>
              <a:rPr sz="3400" b="1">
                <a:solidFill>
                  <a:srgbClr val="FFFFFF"/>
                </a:solidFill>
                <a:latin typeface="Arial"/>
              </a:rPr>
              <a:t>{ }</a:t>
            </a:r>
          </a:p>
        </p:txBody>
      </p:sp>
      <p:sp xmlns:a="http://schemas.openxmlformats.org/drawingml/2006/main">
        <p:nvSpPr>
          <p:cNvPr id="14" name="Rounded Rectangle 13"/>
          <p:cNvSpPr/>
          <p:nvPr/>
        </p:nvSpPr>
        <p:spPr>
          <a:xfrm>
            <a:off x="8394192" y="3017520"/>
            <a:ext cx="2514600" cy="347472"/>
          </a:xfrm>
          <a:prstGeom prst="roundRect">
            <a:avLst/>
          </a:prstGeom>
          <a:solidFill>
            <a:srgbClr val="FFFFFF"/>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TextBox 14"/>
          <p:cNvSpPr txBox="1"/>
          <p:nvPr/>
        </p:nvSpPr>
        <p:spPr>
          <a:xfrm>
            <a:off x="8613648" y="3081528"/>
            <a:ext cx="1993392" cy="201168"/>
          </a:xfrm>
          <a:prstGeom prst="rect">
            <a:avLst/>
          </a:prstGeom>
          <a:noFill/>
        </p:spPr>
        <p:txBody>
          <a:bodyPr wrap="none" lIns="0" rIns="0" tIns="0" bIns="0" anchor="ctr">
            <a:spAutoFit/>
          </a:bodyPr>
          <a:lstStyle/>
          <a:p>
            <a:pPr algn="l"/>
            <a:r>
              <a:rPr sz="900" b="1">
                <a:solidFill>
                  <a:srgbClr val="1F6FEB"/>
                </a:solidFill>
                <a:latin typeface="Arial"/>
              </a:rPr>
              <a:t>01  SPECIFY</a:t>
            </a:r>
          </a:p>
        </p:txBody>
      </p:sp>
      <p:sp xmlns:a="http://schemas.openxmlformats.org/drawingml/2006/main">
        <p:nvSpPr>
          <p:cNvPr id="16" name="Rounded Rectangle 15"/>
          <p:cNvSpPr/>
          <p:nvPr/>
        </p:nvSpPr>
        <p:spPr>
          <a:xfrm>
            <a:off x="8394192" y="3529584"/>
            <a:ext cx="2514600" cy="347472"/>
          </a:xfrm>
          <a:prstGeom prst="roundRect">
            <a:avLst/>
          </a:prstGeom>
          <a:solidFill>
            <a:srgbClr val="FFFFFF"/>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extBox 16"/>
          <p:cNvSpPr txBox="1"/>
          <p:nvPr/>
        </p:nvSpPr>
        <p:spPr>
          <a:xfrm>
            <a:off x="8613648" y="3593592"/>
            <a:ext cx="1993392" cy="201168"/>
          </a:xfrm>
          <a:prstGeom prst="rect">
            <a:avLst/>
          </a:prstGeom>
          <a:noFill/>
        </p:spPr>
        <p:txBody>
          <a:bodyPr wrap="none" lIns="0" rIns="0" tIns="0" bIns="0" anchor="ctr">
            <a:spAutoFit/>
          </a:bodyPr>
          <a:lstStyle/>
          <a:p>
            <a:pPr algn="l"/>
            <a:r>
              <a:rPr sz="900" b="1">
                <a:solidFill>
                  <a:srgbClr val="1F6FEB"/>
                </a:solidFill>
                <a:latin typeface="Arial"/>
              </a:rPr>
              <a:t>02  PLAN</a:t>
            </a:r>
          </a:p>
        </p:txBody>
      </p:sp>
      <p:sp xmlns:a="http://schemas.openxmlformats.org/drawingml/2006/main">
        <p:nvSpPr>
          <p:cNvPr id="18" name="Rounded Rectangle 17"/>
          <p:cNvSpPr/>
          <p:nvPr/>
        </p:nvSpPr>
        <p:spPr>
          <a:xfrm>
            <a:off x="8394192" y="4041648"/>
            <a:ext cx="2514600" cy="347472"/>
          </a:xfrm>
          <a:prstGeom prst="roundRect">
            <a:avLst/>
          </a:prstGeom>
          <a:solidFill>
            <a:srgbClr val="FFFFFF"/>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8613648" y="4105656"/>
            <a:ext cx="1993392" cy="201168"/>
          </a:xfrm>
          <a:prstGeom prst="rect">
            <a:avLst/>
          </a:prstGeom>
          <a:noFill/>
        </p:spPr>
        <p:txBody>
          <a:bodyPr wrap="none" lIns="0" rIns="0" tIns="0" bIns="0" anchor="ctr">
            <a:spAutoFit/>
          </a:bodyPr>
          <a:lstStyle/>
          <a:p>
            <a:pPr algn="l"/>
            <a:r>
              <a:rPr sz="900" b="1">
                <a:solidFill>
                  <a:srgbClr val="1F6FEB"/>
                </a:solidFill>
                <a:latin typeface="Arial"/>
              </a:rPr>
              <a:t>03  BUILD</a:t>
            </a:r>
          </a:p>
        </p:txBody>
      </p:sp>
      <p:sp xmlns:a="http://schemas.openxmlformats.org/drawingml/2006/main">
        <p:nvSpPr>
          <p:cNvPr id="20" name="Rounded Rectangle 19"/>
          <p:cNvSpPr/>
          <p:nvPr/>
        </p:nvSpPr>
        <p:spPr>
          <a:xfrm>
            <a:off x="8394192" y="4553712"/>
            <a:ext cx="2514600" cy="347472"/>
          </a:xfrm>
          <a:prstGeom prst="roundRect">
            <a:avLst/>
          </a:prstGeom>
          <a:solidFill>
            <a:srgbClr val="FFFFFF"/>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8613648" y="4617720"/>
            <a:ext cx="1993392" cy="201168"/>
          </a:xfrm>
          <a:prstGeom prst="rect">
            <a:avLst/>
          </a:prstGeom>
          <a:noFill/>
        </p:spPr>
        <p:txBody>
          <a:bodyPr wrap="none" lIns="0" rIns="0" tIns="0" bIns="0" anchor="ctr">
            <a:spAutoFit/>
          </a:bodyPr>
          <a:lstStyle/>
          <a:p>
            <a:pPr algn="l"/>
            <a:r>
              <a:rPr sz="900" b="1">
                <a:solidFill>
                  <a:srgbClr val="1F6FEB"/>
                </a:solidFill>
                <a:latin typeface="Arial"/>
              </a:rPr>
              <a:t>04  VERIFY</a:t>
            </a:r>
          </a:p>
        </p:txBody>
      </p:sp>
    </p:spTree>
    <p:extLst>
      <p:ext uri="{BB962C8B-B14F-4D97-AF65-F5344CB8AC3E}">
        <p14:creationId xmlns:p14="http://schemas.microsoft.com/office/powerpoint/2010/main" val="45014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2026-07-11T15:02:45.1220000Z</dcterms:created>
  <dcterms:modified xsi:type="dcterms:W3CDTF">2026-07-11T15:02:45.1220000Z</dcterms:modified>
</coreProperties>
</file>